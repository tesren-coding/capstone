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21374100" cy="302768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96" autoAdjust="0"/>
    <p:restoredTop sz="94622" autoAdjust="0"/>
  </p:normalViewPr>
  <p:slideViewPr>
    <p:cSldViewPr>
      <p:cViewPr>
        <p:scale>
          <a:sx n="60" d="100"/>
          <a:sy n="60" d="100"/>
        </p:scale>
        <p:origin x="2538" y="2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ven Tay Nguan Hwee" userId="9c5418b6-3a11-4e1b-bb17-773a89435ad4" providerId="ADAL" clId="{EF2B34D1-4F98-4DE4-BA83-0BF2FB3B0A7B}"/>
    <pc:docChg chg="modSld">
      <pc:chgData name="Steven Tay Nguan Hwee" userId="9c5418b6-3a11-4e1b-bb17-773a89435ad4" providerId="ADAL" clId="{EF2B34D1-4F98-4DE4-BA83-0BF2FB3B0A7B}" dt="2026-04-13T06:18:33.426" v="3" actId="13926"/>
      <pc:docMkLst>
        <pc:docMk/>
      </pc:docMkLst>
      <pc:sldChg chg="modSp mod">
        <pc:chgData name="Steven Tay Nguan Hwee" userId="9c5418b6-3a11-4e1b-bb17-773a89435ad4" providerId="ADAL" clId="{EF2B34D1-4F98-4DE4-BA83-0BF2FB3B0A7B}" dt="2026-04-13T06:18:33.426" v="3" actId="13926"/>
        <pc:sldMkLst>
          <pc:docMk/>
          <pc:sldMk cId="0" sldId="256"/>
        </pc:sldMkLst>
        <pc:spChg chg="mod">
          <ac:chgData name="Steven Tay Nguan Hwee" userId="9c5418b6-3a11-4e1b-bb17-773a89435ad4" providerId="ADAL" clId="{EF2B34D1-4F98-4DE4-BA83-0BF2FB3B0A7B}" dt="2026-04-13T06:18:33.426" v="3" actId="13926"/>
          <ac:spMkLst>
            <pc:docMk/>
            <pc:sldMk cId="0" sldId="256"/>
            <ac:spMk id="61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92536" y="5765800"/>
            <a:ext cx="19597473" cy="0"/>
          </a:xfrm>
          <a:prstGeom prst="line">
            <a:avLst/>
          </a:prstGeom>
          <a:ln w="28575" cap="rnd">
            <a:solidFill>
              <a:srgbClr val="403B3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1986173" y="17660229"/>
            <a:ext cx="4245580" cy="3848694"/>
            <a:chOff x="0" y="0"/>
            <a:chExt cx="5660773" cy="5131592"/>
          </a:xfrm>
        </p:grpSpPr>
        <p:sp>
          <p:nvSpPr>
            <p:cNvPr id="4" name="TextBox 4"/>
            <p:cNvSpPr txBox="1"/>
            <p:nvPr/>
          </p:nvSpPr>
          <p:spPr>
            <a:xfrm>
              <a:off x="4839789" y="391123"/>
              <a:ext cx="820984" cy="6906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</a:t>
              </a:r>
            </a:p>
            <a:p>
              <a:pPr algn="ct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31.1%</a:t>
              </a:r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391123"/>
              <a:ext cx="820984" cy="6906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4</a:t>
              </a:r>
            </a:p>
            <a:p>
              <a:pPr algn="ct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31.1%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4049816" y="4440939"/>
              <a:ext cx="820984" cy="6906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2</a:t>
              </a:r>
            </a:p>
            <a:p>
              <a:pPr algn="ct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18.9%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789973" y="4440939"/>
              <a:ext cx="820984" cy="690653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Data 3</a:t>
              </a:r>
            </a:p>
            <a:p>
              <a:pPr algn="ct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18.9%</a:t>
              </a:r>
            </a:p>
          </p:txBody>
        </p:sp>
        <p:grpSp>
          <p:nvGrpSpPr>
            <p:cNvPr id="8" name="Group 8"/>
            <p:cNvGrpSpPr>
              <a:grpSpLocks noChangeAspect="1"/>
            </p:cNvGrpSpPr>
            <p:nvPr/>
          </p:nvGrpSpPr>
          <p:grpSpPr>
            <a:xfrm>
              <a:off x="449728" y="0"/>
              <a:ext cx="4761317" cy="4761317"/>
              <a:chOff x="0" y="0"/>
              <a:chExt cx="2540000" cy="2540000"/>
            </a:xfrm>
          </p:grpSpPr>
          <p:sp>
            <p:nvSpPr>
              <p:cNvPr id="9" name="Freeform 9"/>
              <p:cNvSpPr/>
              <p:nvPr/>
            </p:nvSpPr>
            <p:spPr>
              <a:xfrm>
                <a:off x="1270000" y="0"/>
                <a:ext cx="1334471" cy="1805525"/>
              </a:xfrm>
              <a:custGeom>
                <a:avLst/>
                <a:gdLst/>
                <a:ahLst/>
                <a:cxnLst/>
                <a:rect l="l" t="t" r="r" b="b"/>
                <a:pathLst>
                  <a:path w="1334471" h="1805525">
                    <a:moveTo>
                      <a:pt x="0" y="0"/>
                    </a:moveTo>
                    <a:cubicBezTo>
                      <a:pt x="433751" y="0"/>
                      <a:pt x="837506" y="221370"/>
                      <a:pt x="1070751" y="587071"/>
                    </a:cubicBezTo>
                    <a:cubicBezTo>
                      <a:pt x="1303996" y="952772"/>
                      <a:pt x="1334471" y="1412222"/>
                      <a:pt x="1151570" y="1805525"/>
                    </a:cubicBezTo>
                    <a:lnTo>
                      <a:pt x="575785" y="1537762"/>
                    </a:lnTo>
                    <a:cubicBezTo>
                      <a:pt x="667236" y="1341111"/>
                      <a:pt x="651998" y="1111386"/>
                      <a:pt x="535376" y="928536"/>
                    </a:cubicBezTo>
                    <a:cubicBezTo>
                      <a:pt x="418753" y="745685"/>
                      <a:pt x="216876" y="635000"/>
                      <a:pt x="0" y="635000"/>
                    </a:cubicBezTo>
                    <a:close/>
                  </a:path>
                </a:pathLst>
              </a:custGeom>
              <a:solidFill>
                <a:srgbClr val="E8B93D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" name="Freeform 10"/>
              <p:cNvSpPr/>
              <p:nvPr/>
            </p:nvSpPr>
            <p:spPr>
              <a:xfrm>
                <a:off x="1206526" y="1508651"/>
                <a:ext cx="1240369" cy="1056767"/>
              </a:xfrm>
              <a:custGeom>
                <a:avLst/>
                <a:gdLst/>
                <a:ahLst/>
                <a:cxnLst/>
                <a:rect l="l" t="t" r="r" b="b"/>
                <a:pathLst>
                  <a:path w="1240369" h="1056767">
                    <a:moveTo>
                      <a:pt x="1240370" y="238650"/>
                    </a:moveTo>
                    <a:cubicBezTo>
                      <a:pt x="1037301" y="739363"/>
                      <a:pt x="539650" y="1056767"/>
                      <a:pt x="0" y="1029762"/>
                    </a:cubicBezTo>
                    <a:lnTo>
                      <a:pt x="31737" y="395555"/>
                    </a:lnTo>
                    <a:cubicBezTo>
                      <a:pt x="301562" y="409058"/>
                      <a:pt x="550387" y="250356"/>
                      <a:pt x="651922" y="0"/>
                    </a:cubicBezTo>
                    <a:close/>
                  </a:path>
                </a:pathLst>
              </a:custGeom>
              <a:solidFill>
                <a:srgbClr val="A09E2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1" name="Freeform 11"/>
              <p:cNvSpPr/>
              <p:nvPr/>
            </p:nvSpPr>
            <p:spPr>
              <a:xfrm>
                <a:off x="70720" y="1478942"/>
                <a:ext cx="1199280" cy="1061058"/>
              </a:xfrm>
              <a:custGeom>
                <a:avLst/>
                <a:gdLst/>
                <a:ahLst/>
                <a:cxnLst/>
                <a:rect l="l" t="t" r="r" b="b"/>
                <a:pathLst>
                  <a:path w="1199280" h="1061058">
                    <a:moveTo>
                      <a:pt x="1199280" y="1061058"/>
                    </a:moveTo>
                    <a:cubicBezTo>
                      <a:pt x="658955" y="1061058"/>
                      <a:pt x="177790" y="719179"/>
                      <a:pt x="0" y="208942"/>
                    </a:cubicBezTo>
                    <a:lnTo>
                      <a:pt x="599640" y="0"/>
                    </a:lnTo>
                    <a:cubicBezTo>
                      <a:pt x="688535" y="255118"/>
                      <a:pt x="929118" y="426058"/>
                      <a:pt x="1199280" y="426058"/>
                    </a:cubicBezTo>
                    <a:close/>
                  </a:path>
                </a:pathLst>
              </a:custGeom>
              <a:solidFill>
                <a:srgbClr val="627F26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2" name="Freeform 12"/>
              <p:cNvSpPr/>
              <p:nvPr/>
            </p:nvSpPr>
            <p:spPr>
              <a:xfrm>
                <a:off x="-65671" y="0"/>
                <a:ext cx="1335608" cy="1747301"/>
              </a:xfrm>
              <a:custGeom>
                <a:avLst/>
                <a:gdLst/>
                <a:ahLst/>
                <a:cxnLst/>
                <a:rect l="l" t="t" r="r" b="b"/>
                <a:pathLst>
                  <a:path w="1335608" h="1747301">
                    <a:moveTo>
                      <a:pt x="158775" y="1747301"/>
                    </a:moveTo>
                    <a:cubicBezTo>
                      <a:pt x="0" y="1355803"/>
                      <a:pt x="46297" y="910981"/>
                      <a:pt x="282290" y="560571"/>
                    </a:cubicBezTo>
                    <a:cubicBezTo>
                      <a:pt x="518284" y="210161"/>
                      <a:pt x="913075" y="42"/>
                      <a:pt x="1335544" y="0"/>
                    </a:cubicBezTo>
                    <a:lnTo>
                      <a:pt x="1335608" y="635000"/>
                    </a:lnTo>
                    <a:cubicBezTo>
                      <a:pt x="1124373" y="635021"/>
                      <a:pt x="926977" y="740081"/>
                      <a:pt x="808981" y="915286"/>
                    </a:cubicBezTo>
                    <a:cubicBezTo>
                      <a:pt x="690984" y="1090491"/>
                      <a:pt x="667835" y="1312902"/>
                      <a:pt x="747223" y="1508651"/>
                    </a:cubicBezTo>
                    <a:close/>
                  </a:path>
                </a:pathLst>
              </a:custGeom>
              <a:solidFill>
                <a:srgbClr val="2E5E24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3" name="Freeform 13"/>
              <p:cNvSpPr/>
              <p:nvPr/>
            </p:nvSpPr>
            <p:spPr>
              <a:xfrm>
                <a:off x="1270000" y="0"/>
                <a:ext cx="127" cy="635000"/>
              </a:xfrm>
              <a:custGeom>
                <a:avLst/>
                <a:gdLst/>
                <a:ahLst/>
                <a:cxnLst/>
                <a:rect l="l" t="t" r="r" b="b"/>
                <a:pathLst>
                  <a:path w="127" h="635000">
                    <a:moveTo>
                      <a:pt x="0" y="0"/>
                    </a:moveTo>
                    <a:cubicBezTo>
                      <a:pt x="42" y="0"/>
                      <a:pt x="85" y="0"/>
                      <a:pt x="127" y="0"/>
                    </a:cubicBezTo>
                    <a:lnTo>
                      <a:pt x="63" y="635000"/>
                    </a:lnTo>
                    <a:cubicBezTo>
                      <a:pt x="42" y="635000"/>
                      <a:pt x="21" y="635000"/>
                      <a:pt x="0" y="635000"/>
                    </a:cubicBezTo>
                    <a:close/>
                  </a:path>
                </a:pathLst>
              </a:custGeom>
              <a:solidFill>
                <a:srgbClr val="003C1D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4" name="Group 14"/>
          <p:cNvGrpSpPr/>
          <p:nvPr/>
        </p:nvGrpSpPr>
        <p:grpSpPr>
          <a:xfrm>
            <a:off x="15423937" y="17726362"/>
            <a:ext cx="4994029" cy="3717017"/>
            <a:chOff x="0" y="0"/>
            <a:chExt cx="6658706" cy="4956023"/>
          </a:xfrm>
        </p:grpSpPr>
        <p:grpSp>
          <p:nvGrpSpPr>
            <p:cNvPr id="15" name="Group 15"/>
            <p:cNvGrpSpPr>
              <a:grpSpLocks noChangeAspect="1"/>
            </p:cNvGrpSpPr>
            <p:nvPr/>
          </p:nvGrpSpPr>
          <p:grpSpPr>
            <a:xfrm>
              <a:off x="0" y="0"/>
              <a:ext cx="6658706" cy="4956023"/>
              <a:chOff x="0" y="0"/>
              <a:chExt cx="9271000" cy="690033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16351" y="0"/>
                <a:ext cx="9238228" cy="4579098"/>
              </a:xfrm>
              <a:custGeom>
                <a:avLst/>
                <a:gdLst/>
                <a:ahLst/>
                <a:cxnLst/>
                <a:rect l="l" t="t" r="r" b="b"/>
                <a:pathLst>
                  <a:path w="9238228" h="4579098">
                    <a:moveTo>
                      <a:pt x="618649" y="0"/>
                    </a:moveTo>
                    <a:lnTo>
                      <a:pt x="618649" y="0"/>
                    </a:lnTo>
                    <a:cubicBezTo>
                      <a:pt x="562511" y="0"/>
                      <a:pt x="508673" y="22301"/>
                      <a:pt x="468978" y="61996"/>
                    </a:cubicBezTo>
                    <a:cubicBezTo>
                      <a:pt x="429283" y="101691"/>
                      <a:pt x="406982" y="155529"/>
                      <a:pt x="406982" y="211667"/>
                    </a:cubicBezTo>
                    <a:lnTo>
                      <a:pt x="406982" y="282222"/>
                    </a:lnTo>
                    <a:cubicBezTo>
                      <a:pt x="407503" y="398753"/>
                      <a:pt x="502117" y="492944"/>
                      <a:pt x="618649" y="492944"/>
                    </a:cubicBezTo>
                    <a:cubicBezTo>
                      <a:pt x="735181" y="492944"/>
                      <a:pt x="829794" y="398753"/>
                      <a:pt x="830316" y="282222"/>
                    </a:cubicBezTo>
                    <a:lnTo>
                      <a:pt x="830316" y="211667"/>
                    </a:lnTo>
                    <a:cubicBezTo>
                      <a:pt x="830316" y="94766"/>
                      <a:pt x="735549" y="0"/>
                      <a:pt x="618649" y="0"/>
                    </a:cubicBezTo>
                    <a:close/>
                    <a:moveTo>
                      <a:pt x="399433" y="969998"/>
                    </a:moveTo>
                    <a:cubicBezTo>
                      <a:pt x="400632" y="961884"/>
                      <a:pt x="389202" y="958709"/>
                      <a:pt x="386027" y="966258"/>
                    </a:cubicBezTo>
                    <a:lnTo>
                      <a:pt x="232005" y="1325598"/>
                    </a:lnTo>
                    <a:cubicBezTo>
                      <a:pt x="209748" y="1377518"/>
                      <a:pt x="158672" y="1411161"/>
                      <a:pt x="102182" y="1411111"/>
                    </a:cubicBezTo>
                    <a:lnTo>
                      <a:pt x="37130" y="1411111"/>
                    </a:lnTo>
                    <a:cubicBezTo>
                      <a:pt x="25266" y="1411122"/>
                      <a:pt x="14190" y="1405168"/>
                      <a:pt x="7655" y="1395265"/>
                    </a:cubicBezTo>
                    <a:cubicBezTo>
                      <a:pt x="1120" y="1385363"/>
                      <a:pt x="0" y="1372839"/>
                      <a:pt x="4675" y="1361934"/>
                    </a:cubicBezTo>
                    <a:lnTo>
                      <a:pt x="195316" y="917222"/>
                    </a:lnTo>
                    <a:lnTo>
                      <a:pt x="265448" y="741821"/>
                    </a:lnTo>
                    <a:cubicBezTo>
                      <a:pt x="308318" y="634683"/>
                      <a:pt x="412095" y="564437"/>
                      <a:pt x="527491" y="564444"/>
                    </a:cubicBezTo>
                    <a:lnTo>
                      <a:pt x="709807" y="564444"/>
                    </a:lnTo>
                    <a:cubicBezTo>
                      <a:pt x="825204" y="564437"/>
                      <a:pt x="928980" y="634683"/>
                      <a:pt x="971850" y="741821"/>
                    </a:cubicBezTo>
                    <a:lnTo>
                      <a:pt x="1041982" y="917222"/>
                    </a:lnTo>
                    <a:lnTo>
                      <a:pt x="1232553" y="1361934"/>
                    </a:lnTo>
                    <a:cubicBezTo>
                      <a:pt x="1237228" y="1372839"/>
                      <a:pt x="1236108" y="1385363"/>
                      <a:pt x="1229572" y="1395265"/>
                    </a:cubicBezTo>
                    <a:cubicBezTo>
                      <a:pt x="1223037" y="1405168"/>
                      <a:pt x="1211962" y="1411122"/>
                      <a:pt x="1200097" y="1411111"/>
                    </a:cubicBezTo>
                    <a:lnTo>
                      <a:pt x="1135045" y="1411111"/>
                    </a:lnTo>
                    <a:cubicBezTo>
                      <a:pt x="1078607" y="1411105"/>
                      <a:pt x="1027601" y="1377471"/>
                      <a:pt x="1005364" y="1325598"/>
                    </a:cubicBezTo>
                    <a:lnTo>
                      <a:pt x="851341" y="966258"/>
                    </a:lnTo>
                    <a:cubicBezTo>
                      <a:pt x="848096" y="958709"/>
                      <a:pt x="836736" y="961884"/>
                      <a:pt x="837865" y="969998"/>
                    </a:cubicBezTo>
                    <a:lnTo>
                      <a:pt x="900871" y="1411111"/>
                    </a:lnTo>
                    <a:lnTo>
                      <a:pt x="968252" y="2219607"/>
                    </a:lnTo>
                    <a:cubicBezTo>
                      <a:pt x="969060" y="2229429"/>
                      <a:pt x="965723" y="2239141"/>
                      <a:pt x="959048" y="2246392"/>
                    </a:cubicBezTo>
                    <a:cubicBezTo>
                      <a:pt x="952374" y="2253643"/>
                      <a:pt x="942970" y="2257771"/>
                      <a:pt x="933115" y="2257778"/>
                    </a:cubicBezTo>
                    <a:lnTo>
                      <a:pt x="879281" y="2257778"/>
                    </a:lnTo>
                    <a:cubicBezTo>
                      <a:pt x="810300" y="2257786"/>
                      <a:pt x="751423" y="2207921"/>
                      <a:pt x="740075" y="2139879"/>
                    </a:cubicBezTo>
                    <a:lnTo>
                      <a:pt x="625705" y="1452880"/>
                    </a:lnTo>
                    <a:cubicBezTo>
                      <a:pt x="624364" y="1444978"/>
                      <a:pt x="613075" y="1444978"/>
                      <a:pt x="611735" y="1452880"/>
                    </a:cubicBezTo>
                    <a:lnTo>
                      <a:pt x="497293" y="2139879"/>
                    </a:lnTo>
                    <a:cubicBezTo>
                      <a:pt x="485941" y="2207948"/>
                      <a:pt x="427025" y="2257821"/>
                      <a:pt x="358017" y="2257778"/>
                    </a:cubicBezTo>
                    <a:lnTo>
                      <a:pt x="304183" y="2257778"/>
                    </a:lnTo>
                    <a:cubicBezTo>
                      <a:pt x="294328" y="2257771"/>
                      <a:pt x="284924" y="2253643"/>
                      <a:pt x="278250" y="2246392"/>
                    </a:cubicBezTo>
                    <a:cubicBezTo>
                      <a:pt x="271575" y="2239141"/>
                      <a:pt x="268238" y="2229429"/>
                      <a:pt x="269046" y="2219607"/>
                    </a:cubicBezTo>
                    <a:lnTo>
                      <a:pt x="336427" y="1411111"/>
                    </a:lnTo>
                    <a:lnTo>
                      <a:pt x="399433" y="969998"/>
                    </a:lnTo>
                    <a:close/>
                    <a:moveTo>
                      <a:pt x="1952149" y="0"/>
                    </a:moveTo>
                    <a:lnTo>
                      <a:pt x="1952149" y="0"/>
                    </a:lnTo>
                    <a:cubicBezTo>
                      <a:pt x="1896012" y="0"/>
                      <a:pt x="1842173" y="22301"/>
                      <a:pt x="1802478" y="61996"/>
                    </a:cubicBezTo>
                    <a:cubicBezTo>
                      <a:pt x="1762783" y="101691"/>
                      <a:pt x="1740482" y="155529"/>
                      <a:pt x="1740482" y="211667"/>
                    </a:cubicBezTo>
                    <a:lnTo>
                      <a:pt x="1740482" y="282222"/>
                    </a:lnTo>
                    <a:cubicBezTo>
                      <a:pt x="1741003" y="398753"/>
                      <a:pt x="1835617" y="492944"/>
                      <a:pt x="1952149" y="492944"/>
                    </a:cubicBezTo>
                    <a:cubicBezTo>
                      <a:pt x="2068681" y="492944"/>
                      <a:pt x="2163295" y="398753"/>
                      <a:pt x="2163816" y="282222"/>
                    </a:cubicBezTo>
                    <a:lnTo>
                      <a:pt x="2163816" y="211667"/>
                    </a:lnTo>
                    <a:cubicBezTo>
                      <a:pt x="2163816" y="155529"/>
                      <a:pt x="2141515" y="101691"/>
                      <a:pt x="2101820" y="61996"/>
                    </a:cubicBezTo>
                    <a:cubicBezTo>
                      <a:pt x="2062125" y="22301"/>
                      <a:pt x="2008286" y="0"/>
                      <a:pt x="1952149" y="0"/>
                    </a:cubicBezTo>
                    <a:close/>
                    <a:moveTo>
                      <a:pt x="1732933" y="969998"/>
                    </a:moveTo>
                    <a:cubicBezTo>
                      <a:pt x="1734132" y="961884"/>
                      <a:pt x="1722702" y="958709"/>
                      <a:pt x="1719527" y="966258"/>
                    </a:cubicBezTo>
                    <a:lnTo>
                      <a:pt x="1565505" y="1325598"/>
                    </a:lnTo>
                    <a:cubicBezTo>
                      <a:pt x="1543248" y="1377518"/>
                      <a:pt x="1492172" y="1411161"/>
                      <a:pt x="1435682" y="1411111"/>
                    </a:cubicBezTo>
                    <a:lnTo>
                      <a:pt x="1370630" y="1411111"/>
                    </a:lnTo>
                    <a:cubicBezTo>
                      <a:pt x="1358766" y="1411122"/>
                      <a:pt x="1347690" y="1405168"/>
                      <a:pt x="1341155" y="1395265"/>
                    </a:cubicBezTo>
                    <a:cubicBezTo>
                      <a:pt x="1334620" y="1385363"/>
                      <a:pt x="1333500" y="1372839"/>
                      <a:pt x="1338175" y="1361934"/>
                    </a:cubicBezTo>
                    <a:lnTo>
                      <a:pt x="1528816" y="917222"/>
                    </a:lnTo>
                    <a:lnTo>
                      <a:pt x="1598948" y="741821"/>
                    </a:lnTo>
                    <a:cubicBezTo>
                      <a:pt x="1641818" y="634683"/>
                      <a:pt x="1745594" y="564437"/>
                      <a:pt x="1860991" y="564444"/>
                    </a:cubicBezTo>
                    <a:lnTo>
                      <a:pt x="2043307" y="564444"/>
                    </a:lnTo>
                    <a:cubicBezTo>
                      <a:pt x="2158704" y="564437"/>
                      <a:pt x="2262480" y="634683"/>
                      <a:pt x="2305350" y="741821"/>
                    </a:cubicBezTo>
                    <a:lnTo>
                      <a:pt x="2375482" y="917222"/>
                    </a:lnTo>
                    <a:lnTo>
                      <a:pt x="2566053" y="1361934"/>
                    </a:lnTo>
                    <a:cubicBezTo>
                      <a:pt x="2570727" y="1372839"/>
                      <a:pt x="2569607" y="1385363"/>
                      <a:pt x="2563072" y="1395265"/>
                    </a:cubicBezTo>
                    <a:cubicBezTo>
                      <a:pt x="2556537" y="1405168"/>
                      <a:pt x="2545462" y="1411122"/>
                      <a:pt x="2533597" y="1411111"/>
                    </a:cubicBezTo>
                    <a:lnTo>
                      <a:pt x="2468545" y="1411111"/>
                    </a:lnTo>
                    <a:cubicBezTo>
                      <a:pt x="2412107" y="1411105"/>
                      <a:pt x="2361101" y="1377471"/>
                      <a:pt x="2338864" y="1325598"/>
                    </a:cubicBezTo>
                    <a:lnTo>
                      <a:pt x="2184841" y="966258"/>
                    </a:lnTo>
                    <a:cubicBezTo>
                      <a:pt x="2181596" y="958709"/>
                      <a:pt x="2170236" y="961884"/>
                      <a:pt x="2171365" y="969998"/>
                    </a:cubicBezTo>
                    <a:lnTo>
                      <a:pt x="2234371" y="1411111"/>
                    </a:lnTo>
                    <a:lnTo>
                      <a:pt x="2301752" y="2219607"/>
                    </a:lnTo>
                    <a:cubicBezTo>
                      <a:pt x="2302560" y="2229429"/>
                      <a:pt x="2299223" y="2239141"/>
                      <a:pt x="2292548" y="2246392"/>
                    </a:cubicBezTo>
                    <a:cubicBezTo>
                      <a:pt x="2285874" y="2253643"/>
                      <a:pt x="2276470" y="2257771"/>
                      <a:pt x="2266615" y="2257778"/>
                    </a:cubicBezTo>
                    <a:lnTo>
                      <a:pt x="2212781" y="2257778"/>
                    </a:lnTo>
                    <a:cubicBezTo>
                      <a:pt x="2143800" y="2257786"/>
                      <a:pt x="2084923" y="2207921"/>
                      <a:pt x="2073575" y="2139879"/>
                    </a:cubicBezTo>
                    <a:lnTo>
                      <a:pt x="1959205" y="1452880"/>
                    </a:lnTo>
                    <a:cubicBezTo>
                      <a:pt x="1957864" y="1444978"/>
                      <a:pt x="1946575" y="1444978"/>
                      <a:pt x="1945234" y="1452880"/>
                    </a:cubicBezTo>
                    <a:lnTo>
                      <a:pt x="1830793" y="2139879"/>
                    </a:lnTo>
                    <a:cubicBezTo>
                      <a:pt x="1819442" y="2207948"/>
                      <a:pt x="1760525" y="2257821"/>
                      <a:pt x="1691517" y="2257778"/>
                    </a:cubicBezTo>
                    <a:lnTo>
                      <a:pt x="1637683" y="2257778"/>
                    </a:lnTo>
                    <a:cubicBezTo>
                      <a:pt x="1627828" y="2257771"/>
                      <a:pt x="1618424" y="2253643"/>
                      <a:pt x="1611750" y="2246392"/>
                    </a:cubicBezTo>
                    <a:cubicBezTo>
                      <a:pt x="1605075" y="2239141"/>
                      <a:pt x="1601738" y="2229429"/>
                      <a:pt x="1602546" y="2219607"/>
                    </a:cubicBezTo>
                    <a:lnTo>
                      <a:pt x="1669927" y="1411111"/>
                    </a:lnTo>
                    <a:lnTo>
                      <a:pt x="1732933" y="969998"/>
                    </a:lnTo>
                    <a:close/>
                    <a:moveTo>
                      <a:pt x="3285649" y="0"/>
                    </a:moveTo>
                    <a:lnTo>
                      <a:pt x="3285649" y="0"/>
                    </a:lnTo>
                    <a:cubicBezTo>
                      <a:pt x="3229512" y="0"/>
                      <a:pt x="3175673" y="22301"/>
                      <a:pt x="3135978" y="61996"/>
                    </a:cubicBezTo>
                    <a:cubicBezTo>
                      <a:pt x="3096283" y="101691"/>
                      <a:pt x="3073982" y="155529"/>
                      <a:pt x="3073982" y="211667"/>
                    </a:cubicBezTo>
                    <a:lnTo>
                      <a:pt x="3073982" y="282222"/>
                    </a:lnTo>
                    <a:cubicBezTo>
                      <a:pt x="3074503" y="398753"/>
                      <a:pt x="3169117" y="492944"/>
                      <a:pt x="3285649" y="492944"/>
                    </a:cubicBezTo>
                    <a:cubicBezTo>
                      <a:pt x="3402181" y="492944"/>
                      <a:pt x="3496794" y="398753"/>
                      <a:pt x="3497316" y="282222"/>
                    </a:cubicBezTo>
                    <a:lnTo>
                      <a:pt x="3497316" y="211667"/>
                    </a:lnTo>
                    <a:cubicBezTo>
                      <a:pt x="3497316" y="94766"/>
                      <a:pt x="3402549" y="0"/>
                      <a:pt x="3285649" y="0"/>
                    </a:cubicBezTo>
                    <a:close/>
                    <a:moveTo>
                      <a:pt x="3066433" y="969998"/>
                    </a:moveTo>
                    <a:cubicBezTo>
                      <a:pt x="3067632" y="961884"/>
                      <a:pt x="3056202" y="958709"/>
                      <a:pt x="3053027" y="966258"/>
                    </a:cubicBezTo>
                    <a:lnTo>
                      <a:pt x="2899005" y="1325598"/>
                    </a:lnTo>
                    <a:cubicBezTo>
                      <a:pt x="2876748" y="1377518"/>
                      <a:pt x="2825672" y="1411161"/>
                      <a:pt x="2769182" y="1411111"/>
                    </a:cubicBezTo>
                    <a:lnTo>
                      <a:pt x="2704130" y="1411111"/>
                    </a:lnTo>
                    <a:cubicBezTo>
                      <a:pt x="2692266" y="1411122"/>
                      <a:pt x="2681190" y="1405168"/>
                      <a:pt x="2674655" y="1395265"/>
                    </a:cubicBezTo>
                    <a:cubicBezTo>
                      <a:pt x="2668120" y="1385363"/>
                      <a:pt x="2667000" y="1372839"/>
                      <a:pt x="2671675" y="1361934"/>
                    </a:cubicBezTo>
                    <a:lnTo>
                      <a:pt x="2862316" y="917222"/>
                    </a:lnTo>
                    <a:lnTo>
                      <a:pt x="2932448" y="741821"/>
                    </a:lnTo>
                    <a:cubicBezTo>
                      <a:pt x="2975318" y="634683"/>
                      <a:pt x="3079094" y="564437"/>
                      <a:pt x="3194491" y="564444"/>
                    </a:cubicBezTo>
                    <a:lnTo>
                      <a:pt x="3376807" y="564444"/>
                    </a:lnTo>
                    <a:cubicBezTo>
                      <a:pt x="3492203" y="564437"/>
                      <a:pt x="3595980" y="634683"/>
                      <a:pt x="3638850" y="741821"/>
                    </a:cubicBezTo>
                    <a:lnTo>
                      <a:pt x="3708982" y="917222"/>
                    </a:lnTo>
                    <a:lnTo>
                      <a:pt x="3899553" y="1361934"/>
                    </a:lnTo>
                    <a:cubicBezTo>
                      <a:pt x="3904228" y="1372839"/>
                      <a:pt x="3903108" y="1385363"/>
                      <a:pt x="3896572" y="1395265"/>
                    </a:cubicBezTo>
                    <a:cubicBezTo>
                      <a:pt x="3890037" y="1405168"/>
                      <a:pt x="3878962" y="1411122"/>
                      <a:pt x="3867097" y="1411111"/>
                    </a:cubicBezTo>
                    <a:lnTo>
                      <a:pt x="3802045" y="1411111"/>
                    </a:lnTo>
                    <a:cubicBezTo>
                      <a:pt x="3745607" y="1411105"/>
                      <a:pt x="3694601" y="1377471"/>
                      <a:pt x="3672364" y="1325598"/>
                    </a:cubicBezTo>
                    <a:lnTo>
                      <a:pt x="3518341" y="966258"/>
                    </a:lnTo>
                    <a:cubicBezTo>
                      <a:pt x="3515096" y="958709"/>
                      <a:pt x="3503736" y="961884"/>
                      <a:pt x="3504865" y="969998"/>
                    </a:cubicBezTo>
                    <a:lnTo>
                      <a:pt x="3567871" y="1411111"/>
                    </a:lnTo>
                    <a:lnTo>
                      <a:pt x="3635252" y="2219607"/>
                    </a:lnTo>
                    <a:cubicBezTo>
                      <a:pt x="3636060" y="2229429"/>
                      <a:pt x="3632722" y="2239141"/>
                      <a:pt x="3626048" y="2246392"/>
                    </a:cubicBezTo>
                    <a:cubicBezTo>
                      <a:pt x="3619374" y="2253643"/>
                      <a:pt x="3609970" y="2257771"/>
                      <a:pt x="3600115" y="2257778"/>
                    </a:cubicBezTo>
                    <a:lnTo>
                      <a:pt x="3546281" y="2257778"/>
                    </a:lnTo>
                    <a:cubicBezTo>
                      <a:pt x="3477300" y="2257786"/>
                      <a:pt x="3418423" y="2207921"/>
                      <a:pt x="3407075" y="2139879"/>
                    </a:cubicBezTo>
                    <a:lnTo>
                      <a:pt x="3292704" y="1452880"/>
                    </a:lnTo>
                    <a:cubicBezTo>
                      <a:pt x="3291364" y="1444978"/>
                      <a:pt x="3280075" y="1444978"/>
                      <a:pt x="3278735" y="1452880"/>
                    </a:cubicBezTo>
                    <a:lnTo>
                      <a:pt x="3164293" y="2139879"/>
                    </a:lnTo>
                    <a:cubicBezTo>
                      <a:pt x="3152942" y="2207948"/>
                      <a:pt x="3094025" y="2257821"/>
                      <a:pt x="3025017" y="2257778"/>
                    </a:cubicBezTo>
                    <a:lnTo>
                      <a:pt x="2971183" y="2257778"/>
                    </a:lnTo>
                    <a:cubicBezTo>
                      <a:pt x="2961328" y="2257771"/>
                      <a:pt x="2951924" y="2253643"/>
                      <a:pt x="2945250" y="2246392"/>
                    </a:cubicBezTo>
                    <a:cubicBezTo>
                      <a:pt x="2938575" y="2239141"/>
                      <a:pt x="2935238" y="2229429"/>
                      <a:pt x="2936046" y="2219607"/>
                    </a:cubicBezTo>
                    <a:lnTo>
                      <a:pt x="3003427" y="1411111"/>
                    </a:lnTo>
                    <a:lnTo>
                      <a:pt x="3066433" y="969998"/>
                    </a:lnTo>
                    <a:close/>
                    <a:moveTo>
                      <a:pt x="4619149" y="0"/>
                    </a:moveTo>
                    <a:cubicBezTo>
                      <a:pt x="4502249" y="0"/>
                      <a:pt x="4407482" y="94766"/>
                      <a:pt x="4407482" y="211667"/>
                    </a:cubicBezTo>
                    <a:lnTo>
                      <a:pt x="4407482" y="282222"/>
                    </a:lnTo>
                    <a:cubicBezTo>
                      <a:pt x="4408004" y="398753"/>
                      <a:pt x="4502617" y="492944"/>
                      <a:pt x="4619149" y="492944"/>
                    </a:cubicBezTo>
                    <a:cubicBezTo>
                      <a:pt x="4735681" y="492944"/>
                      <a:pt x="4830294" y="398753"/>
                      <a:pt x="4830816" y="282222"/>
                    </a:cubicBezTo>
                    <a:lnTo>
                      <a:pt x="4830816" y="211667"/>
                    </a:lnTo>
                    <a:cubicBezTo>
                      <a:pt x="4830816" y="94766"/>
                      <a:pt x="4736049" y="0"/>
                      <a:pt x="4619149" y="0"/>
                    </a:cubicBezTo>
                    <a:close/>
                    <a:moveTo>
                      <a:pt x="4399933" y="969998"/>
                    </a:moveTo>
                    <a:cubicBezTo>
                      <a:pt x="4401132" y="961884"/>
                      <a:pt x="4389702" y="958709"/>
                      <a:pt x="4386527" y="966258"/>
                    </a:cubicBezTo>
                    <a:lnTo>
                      <a:pt x="4232504" y="1325598"/>
                    </a:lnTo>
                    <a:cubicBezTo>
                      <a:pt x="4210248" y="1377518"/>
                      <a:pt x="4159172" y="1411161"/>
                      <a:pt x="4102682" y="1411111"/>
                    </a:cubicBezTo>
                    <a:lnTo>
                      <a:pt x="4037630" y="1411111"/>
                    </a:lnTo>
                    <a:cubicBezTo>
                      <a:pt x="4025766" y="1411122"/>
                      <a:pt x="4014691" y="1405168"/>
                      <a:pt x="4008155" y="1395265"/>
                    </a:cubicBezTo>
                    <a:cubicBezTo>
                      <a:pt x="4001620" y="1385363"/>
                      <a:pt x="4000500" y="1372839"/>
                      <a:pt x="4005174" y="1361934"/>
                    </a:cubicBezTo>
                    <a:lnTo>
                      <a:pt x="4195816" y="917222"/>
                    </a:lnTo>
                    <a:lnTo>
                      <a:pt x="4265948" y="741821"/>
                    </a:lnTo>
                    <a:cubicBezTo>
                      <a:pt x="4308818" y="634683"/>
                      <a:pt x="4412595" y="564437"/>
                      <a:pt x="4527991" y="564444"/>
                    </a:cubicBezTo>
                    <a:lnTo>
                      <a:pt x="4710307" y="564444"/>
                    </a:lnTo>
                    <a:cubicBezTo>
                      <a:pt x="4825703" y="564437"/>
                      <a:pt x="4929480" y="634683"/>
                      <a:pt x="4972350" y="741821"/>
                    </a:cubicBezTo>
                    <a:lnTo>
                      <a:pt x="5042482" y="917222"/>
                    </a:lnTo>
                    <a:lnTo>
                      <a:pt x="5233053" y="1361934"/>
                    </a:lnTo>
                    <a:cubicBezTo>
                      <a:pt x="5237728" y="1372839"/>
                      <a:pt x="5236608" y="1385363"/>
                      <a:pt x="5230072" y="1395265"/>
                    </a:cubicBezTo>
                    <a:cubicBezTo>
                      <a:pt x="5223537" y="1405168"/>
                      <a:pt x="5212462" y="1411122"/>
                      <a:pt x="5200597" y="1411111"/>
                    </a:cubicBezTo>
                    <a:lnTo>
                      <a:pt x="5135545" y="1411111"/>
                    </a:lnTo>
                    <a:cubicBezTo>
                      <a:pt x="5079107" y="1411105"/>
                      <a:pt x="5028101" y="1377471"/>
                      <a:pt x="5005864" y="1325598"/>
                    </a:cubicBezTo>
                    <a:lnTo>
                      <a:pt x="4851841" y="966258"/>
                    </a:lnTo>
                    <a:cubicBezTo>
                      <a:pt x="4848596" y="958709"/>
                      <a:pt x="4837236" y="961884"/>
                      <a:pt x="4838365" y="969998"/>
                    </a:cubicBezTo>
                    <a:lnTo>
                      <a:pt x="4901371" y="1411111"/>
                    </a:lnTo>
                    <a:lnTo>
                      <a:pt x="4968752" y="2219607"/>
                    </a:lnTo>
                    <a:cubicBezTo>
                      <a:pt x="4969560" y="2229429"/>
                      <a:pt x="4966222" y="2239141"/>
                      <a:pt x="4959548" y="2246392"/>
                    </a:cubicBezTo>
                    <a:cubicBezTo>
                      <a:pt x="4952874" y="2253643"/>
                      <a:pt x="4943470" y="2257771"/>
                      <a:pt x="4933615" y="2257778"/>
                    </a:cubicBezTo>
                    <a:lnTo>
                      <a:pt x="4879781" y="2257778"/>
                    </a:lnTo>
                    <a:cubicBezTo>
                      <a:pt x="4810800" y="2257786"/>
                      <a:pt x="4751923" y="2207921"/>
                      <a:pt x="4740575" y="2139879"/>
                    </a:cubicBezTo>
                    <a:lnTo>
                      <a:pt x="4626204" y="1452880"/>
                    </a:lnTo>
                    <a:cubicBezTo>
                      <a:pt x="4624864" y="1444978"/>
                      <a:pt x="4613575" y="1444978"/>
                      <a:pt x="4612235" y="1452880"/>
                    </a:cubicBezTo>
                    <a:lnTo>
                      <a:pt x="4497794" y="2139879"/>
                    </a:lnTo>
                    <a:cubicBezTo>
                      <a:pt x="4486442" y="2207948"/>
                      <a:pt x="4427525" y="2257821"/>
                      <a:pt x="4358517" y="2257778"/>
                    </a:cubicBezTo>
                    <a:lnTo>
                      <a:pt x="4304683" y="2257778"/>
                    </a:lnTo>
                    <a:cubicBezTo>
                      <a:pt x="4294828" y="2257771"/>
                      <a:pt x="4285424" y="2253643"/>
                      <a:pt x="4278750" y="2246392"/>
                    </a:cubicBezTo>
                    <a:cubicBezTo>
                      <a:pt x="4272076" y="2239141"/>
                      <a:pt x="4268738" y="2229429"/>
                      <a:pt x="4269546" y="2219607"/>
                    </a:cubicBezTo>
                    <a:lnTo>
                      <a:pt x="4336927" y="1411111"/>
                    </a:lnTo>
                    <a:lnTo>
                      <a:pt x="4399933" y="969998"/>
                    </a:lnTo>
                    <a:close/>
                    <a:moveTo>
                      <a:pt x="5952649" y="0"/>
                    </a:moveTo>
                    <a:cubicBezTo>
                      <a:pt x="5835749" y="0"/>
                      <a:pt x="5740982" y="94766"/>
                      <a:pt x="5740982" y="211667"/>
                    </a:cubicBezTo>
                    <a:lnTo>
                      <a:pt x="5740982" y="282222"/>
                    </a:lnTo>
                    <a:cubicBezTo>
                      <a:pt x="5741504" y="398753"/>
                      <a:pt x="5836117" y="492944"/>
                      <a:pt x="5952649" y="492944"/>
                    </a:cubicBezTo>
                    <a:cubicBezTo>
                      <a:pt x="6069181" y="492944"/>
                      <a:pt x="6163794" y="398753"/>
                      <a:pt x="6164316" y="282222"/>
                    </a:cubicBezTo>
                    <a:lnTo>
                      <a:pt x="6164316" y="211667"/>
                    </a:lnTo>
                    <a:cubicBezTo>
                      <a:pt x="6164316" y="94766"/>
                      <a:pt x="6069549" y="0"/>
                      <a:pt x="5952649" y="0"/>
                    </a:cubicBezTo>
                    <a:close/>
                    <a:moveTo>
                      <a:pt x="5733433" y="969998"/>
                    </a:moveTo>
                    <a:cubicBezTo>
                      <a:pt x="5734632" y="961884"/>
                      <a:pt x="5723202" y="958709"/>
                      <a:pt x="5720027" y="966258"/>
                    </a:cubicBezTo>
                    <a:lnTo>
                      <a:pt x="5566004" y="1325598"/>
                    </a:lnTo>
                    <a:cubicBezTo>
                      <a:pt x="5543748" y="1377518"/>
                      <a:pt x="5492672" y="1411161"/>
                      <a:pt x="5436182" y="1411111"/>
                    </a:cubicBezTo>
                    <a:lnTo>
                      <a:pt x="5371130" y="1411111"/>
                    </a:lnTo>
                    <a:cubicBezTo>
                      <a:pt x="5359266" y="1411122"/>
                      <a:pt x="5348191" y="1405168"/>
                      <a:pt x="5341655" y="1395265"/>
                    </a:cubicBezTo>
                    <a:cubicBezTo>
                      <a:pt x="5335120" y="1385363"/>
                      <a:pt x="5334000" y="1372839"/>
                      <a:pt x="5338674" y="1361934"/>
                    </a:cubicBezTo>
                    <a:lnTo>
                      <a:pt x="5529316" y="917222"/>
                    </a:lnTo>
                    <a:lnTo>
                      <a:pt x="5599448" y="741821"/>
                    </a:lnTo>
                    <a:cubicBezTo>
                      <a:pt x="5642318" y="634683"/>
                      <a:pt x="5746095" y="564437"/>
                      <a:pt x="5861491" y="564444"/>
                    </a:cubicBezTo>
                    <a:lnTo>
                      <a:pt x="6043807" y="564444"/>
                    </a:lnTo>
                    <a:cubicBezTo>
                      <a:pt x="6159203" y="564437"/>
                      <a:pt x="6262980" y="634683"/>
                      <a:pt x="6305850" y="741821"/>
                    </a:cubicBezTo>
                    <a:lnTo>
                      <a:pt x="6375982" y="917222"/>
                    </a:lnTo>
                    <a:lnTo>
                      <a:pt x="6566553" y="1361934"/>
                    </a:lnTo>
                    <a:cubicBezTo>
                      <a:pt x="6571228" y="1372839"/>
                      <a:pt x="6570107" y="1385363"/>
                      <a:pt x="6563572" y="1395265"/>
                    </a:cubicBezTo>
                    <a:cubicBezTo>
                      <a:pt x="6557037" y="1405168"/>
                      <a:pt x="6545962" y="1411122"/>
                      <a:pt x="6534097" y="1411111"/>
                    </a:cubicBezTo>
                    <a:lnTo>
                      <a:pt x="6469045" y="1411111"/>
                    </a:lnTo>
                    <a:cubicBezTo>
                      <a:pt x="6412607" y="1411105"/>
                      <a:pt x="6361601" y="1377471"/>
                      <a:pt x="6339364" y="1325598"/>
                    </a:cubicBezTo>
                    <a:lnTo>
                      <a:pt x="6185341" y="966258"/>
                    </a:lnTo>
                    <a:cubicBezTo>
                      <a:pt x="6182096" y="958709"/>
                      <a:pt x="6170736" y="961884"/>
                      <a:pt x="6171865" y="969998"/>
                    </a:cubicBezTo>
                    <a:lnTo>
                      <a:pt x="6234871" y="1411111"/>
                    </a:lnTo>
                    <a:lnTo>
                      <a:pt x="6302252" y="2219607"/>
                    </a:lnTo>
                    <a:cubicBezTo>
                      <a:pt x="6303060" y="2229429"/>
                      <a:pt x="6299722" y="2239141"/>
                      <a:pt x="6293048" y="2246392"/>
                    </a:cubicBezTo>
                    <a:cubicBezTo>
                      <a:pt x="6286374" y="2253643"/>
                      <a:pt x="6276970" y="2257771"/>
                      <a:pt x="6267115" y="2257778"/>
                    </a:cubicBezTo>
                    <a:lnTo>
                      <a:pt x="6213281" y="2257778"/>
                    </a:lnTo>
                    <a:cubicBezTo>
                      <a:pt x="6144300" y="2257786"/>
                      <a:pt x="6085423" y="2207921"/>
                      <a:pt x="6074075" y="2139879"/>
                    </a:cubicBezTo>
                    <a:lnTo>
                      <a:pt x="5959704" y="1452880"/>
                    </a:lnTo>
                    <a:cubicBezTo>
                      <a:pt x="5958364" y="1444978"/>
                      <a:pt x="5947075" y="1444978"/>
                      <a:pt x="5945735" y="1452880"/>
                    </a:cubicBezTo>
                    <a:lnTo>
                      <a:pt x="5831294" y="2139879"/>
                    </a:lnTo>
                    <a:cubicBezTo>
                      <a:pt x="5819942" y="2207948"/>
                      <a:pt x="5761025" y="2257821"/>
                      <a:pt x="5692017" y="2257778"/>
                    </a:cubicBezTo>
                    <a:lnTo>
                      <a:pt x="5638183" y="2257778"/>
                    </a:lnTo>
                    <a:cubicBezTo>
                      <a:pt x="5628328" y="2257771"/>
                      <a:pt x="5618924" y="2253643"/>
                      <a:pt x="5612250" y="2246392"/>
                    </a:cubicBezTo>
                    <a:cubicBezTo>
                      <a:pt x="5605576" y="2239141"/>
                      <a:pt x="5602238" y="2229429"/>
                      <a:pt x="5603046" y="2219607"/>
                    </a:cubicBezTo>
                    <a:lnTo>
                      <a:pt x="5670427" y="1411111"/>
                    </a:lnTo>
                    <a:lnTo>
                      <a:pt x="5733433" y="969998"/>
                    </a:lnTo>
                    <a:close/>
                    <a:moveTo>
                      <a:pt x="7286149" y="0"/>
                    </a:moveTo>
                    <a:cubicBezTo>
                      <a:pt x="7230011" y="0"/>
                      <a:pt x="7176173" y="22300"/>
                      <a:pt x="7136478" y="61996"/>
                    </a:cubicBezTo>
                    <a:cubicBezTo>
                      <a:pt x="7096782" y="101691"/>
                      <a:pt x="7074482" y="155529"/>
                      <a:pt x="7074482" y="211667"/>
                    </a:cubicBezTo>
                    <a:lnTo>
                      <a:pt x="7074482" y="282222"/>
                    </a:lnTo>
                    <a:cubicBezTo>
                      <a:pt x="7075003" y="398753"/>
                      <a:pt x="7169617" y="492945"/>
                      <a:pt x="7286149" y="492945"/>
                    </a:cubicBezTo>
                    <a:cubicBezTo>
                      <a:pt x="7402681" y="492945"/>
                      <a:pt x="7497295" y="398753"/>
                      <a:pt x="7497816" y="282222"/>
                    </a:cubicBezTo>
                    <a:lnTo>
                      <a:pt x="7497816" y="211667"/>
                    </a:lnTo>
                    <a:cubicBezTo>
                      <a:pt x="7497816" y="155529"/>
                      <a:pt x="7475516" y="101691"/>
                      <a:pt x="7435820" y="61996"/>
                    </a:cubicBezTo>
                    <a:cubicBezTo>
                      <a:pt x="7396125" y="22300"/>
                      <a:pt x="7342287" y="0"/>
                      <a:pt x="7286149" y="0"/>
                    </a:cubicBezTo>
                    <a:close/>
                    <a:moveTo>
                      <a:pt x="7066933" y="969998"/>
                    </a:moveTo>
                    <a:cubicBezTo>
                      <a:pt x="7068132" y="961884"/>
                      <a:pt x="7056703" y="958709"/>
                      <a:pt x="7053528" y="966258"/>
                    </a:cubicBezTo>
                    <a:lnTo>
                      <a:pt x="6899504" y="1325598"/>
                    </a:lnTo>
                    <a:cubicBezTo>
                      <a:pt x="6877248" y="1377518"/>
                      <a:pt x="6826172" y="1411161"/>
                      <a:pt x="6769682" y="1411111"/>
                    </a:cubicBezTo>
                    <a:lnTo>
                      <a:pt x="6704630" y="1411111"/>
                    </a:lnTo>
                    <a:cubicBezTo>
                      <a:pt x="6692766" y="1411122"/>
                      <a:pt x="6681691" y="1405168"/>
                      <a:pt x="6675155" y="1395265"/>
                    </a:cubicBezTo>
                    <a:cubicBezTo>
                      <a:pt x="6668620" y="1385363"/>
                      <a:pt x="6667500" y="1372839"/>
                      <a:pt x="6672175" y="1361934"/>
                    </a:cubicBezTo>
                    <a:lnTo>
                      <a:pt x="6862816" y="917222"/>
                    </a:lnTo>
                    <a:lnTo>
                      <a:pt x="6932948" y="741821"/>
                    </a:lnTo>
                    <a:cubicBezTo>
                      <a:pt x="6975818" y="634683"/>
                      <a:pt x="7079594" y="564437"/>
                      <a:pt x="7194991" y="564444"/>
                    </a:cubicBezTo>
                    <a:lnTo>
                      <a:pt x="7377307" y="564444"/>
                    </a:lnTo>
                    <a:cubicBezTo>
                      <a:pt x="7492704" y="564437"/>
                      <a:pt x="7596480" y="634683"/>
                      <a:pt x="7639350" y="741821"/>
                    </a:cubicBezTo>
                    <a:lnTo>
                      <a:pt x="7709482" y="917222"/>
                    </a:lnTo>
                    <a:lnTo>
                      <a:pt x="7900053" y="1361934"/>
                    </a:lnTo>
                    <a:cubicBezTo>
                      <a:pt x="7904728" y="1372839"/>
                      <a:pt x="7903607" y="1385363"/>
                      <a:pt x="7897072" y="1395265"/>
                    </a:cubicBezTo>
                    <a:cubicBezTo>
                      <a:pt x="7890537" y="1405168"/>
                      <a:pt x="7879462" y="1411122"/>
                      <a:pt x="7867597" y="1411111"/>
                    </a:cubicBezTo>
                    <a:lnTo>
                      <a:pt x="7802545" y="1411111"/>
                    </a:lnTo>
                    <a:cubicBezTo>
                      <a:pt x="7746107" y="1411105"/>
                      <a:pt x="7695101" y="1377471"/>
                      <a:pt x="7672864" y="1325598"/>
                    </a:cubicBezTo>
                    <a:lnTo>
                      <a:pt x="7518841" y="966258"/>
                    </a:lnTo>
                    <a:cubicBezTo>
                      <a:pt x="7515595" y="958709"/>
                      <a:pt x="7504236" y="961884"/>
                      <a:pt x="7505365" y="969998"/>
                    </a:cubicBezTo>
                    <a:lnTo>
                      <a:pt x="7568371" y="1411111"/>
                    </a:lnTo>
                    <a:lnTo>
                      <a:pt x="7635752" y="2219607"/>
                    </a:lnTo>
                    <a:cubicBezTo>
                      <a:pt x="7636560" y="2229429"/>
                      <a:pt x="7633222" y="2239141"/>
                      <a:pt x="7626548" y="2246392"/>
                    </a:cubicBezTo>
                    <a:cubicBezTo>
                      <a:pt x="7619874" y="2253643"/>
                      <a:pt x="7610470" y="2257771"/>
                      <a:pt x="7600615" y="2257778"/>
                    </a:cubicBezTo>
                    <a:lnTo>
                      <a:pt x="7546781" y="2257778"/>
                    </a:lnTo>
                    <a:cubicBezTo>
                      <a:pt x="7477799" y="2257786"/>
                      <a:pt x="7418922" y="2207921"/>
                      <a:pt x="7407575" y="2139879"/>
                    </a:cubicBezTo>
                    <a:lnTo>
                      <a:pt x="7293204" y="1452880"/>
                    </a:lnTo>
                    <a:cubicBezTo>
                      <a:pt x="7291864" y="1444978"/>
                      <a:pt x="7280575" y="1444978"/>
                      <a:pt x="7279235" y="1452880"/>
                    </a:cubicBezTo>
                    <a:lnTo>
                      <a:pt x="7164794" y="2139879"/>
                    </a:lnTo>
                    <a:cubicBezTo>
                      <a:pt x="7153442" y="2207948"/>
                      <a:pt x="7094525" y="2257821"/>
                      <a:pt x="7025517" y="2257778"/>
                    </a:cubicBezTo>
                    <a:lnTo>
                      <a:pt x="6971683" y="2257778"/>
                    </a:lnTo>
                    <a:cubicBezTo>
                      <a:pt x="6961828" y="2257771"/>
                      <a:pt x="6952424" y="2253643"/>
                      <a:pt x="6945750" y="2246392"/>
                    </a:cubicBezTo>
                    <a:cubicBezTo>
                      <a:pt x="6939076" y="2239141"/>
                      <a:pt x="6935738" y="2229429"/>
                      <a:pt x="6936546" y="2219607"/>
                    </a:cubicBezTo>
                    <a:lnTo>
                      <a:pt x="7003927" y="1411111"/>
                    </a:lnTo>
                    <a:lnTo>
                      <a:pt x="7066933" y="969998"/>
                    </a:lnTo>
                    <a:close/>
                    <a:moveTo>
                      <a:pt x="8619649" y="0"/>
                    </a:moveTo>
                    <a:cubicBezTo>
                      <a:pt x="8563511" y="0"/>
                      <a:pt x="8509673" y="22300"/>
                      <a:pt x="8469978" y="61996"/>
                    </a:cubicBezTo>
                    <a:cubicBezTo>
                      <a:pt x="8430282" y="101691"/>
                      <a:pt x="8407982" y="155529"/>
                      <a:pt x="8407982" y="211667"/>
                    </a:cubicBezTo>
                    <a:lnTo>
                      <a:pt x="8407982" y="282222"/>
                    </a:lnTo>
                    <a:cubicBezTo>
                      <a:pt x="8408503" y="398753"/>
                      <a:pt x="8503117" y="492945"/>
                      <a:pt x="8619649" y="492945"/>
                    </a:cubicBezTo>
                    <a:cubicBezTo>
                      <a:pt x="8736181" y="492945"/>
                      <a:pt x="8830795" y="398753"/>
                      <a:pt x="8831316" y="282222"/>
                    </a:cubicBezTo>
                    <a:lnTo>
                      <a:pt x="8831316" y="211667"/>
                    </a:lnTo>
                    <a:cubicBezTo>
                      <a:pt x="8831316" y="155529"/>
                      <a:pt x="8809016" y="101691"/>
                      <a:pt x="8769320" y="61996"/>
                    </a:cubicBezTo>
                    <a:cubicBezTo>
                      <a:pt x="8729625" y="22300"/>
                      <a:pt x="8675787" y="0"/>
                      <a:pt x="8619649" y="0"/>
                    </a:cubicBezTo>
                    <a:close/>
                    <a:moveTo>
                      <a:pt x="8400433" y="969998"/>
                    </a:moveTo>
                    <a:cubicBezTo>
                      <a:pt x="8401632" y="961884"/>
                      <a:pt x="8390203" y="958709"/>
                      <a:pt x="8387028" y="966258"/>
                    </a:cubicBezTo>
                    <a:lnTo>
                      <a:pt x="8233004" y="1325598"/>
                    </a:lnTo>
                    <a:cubicBezTo>
                      <a:pt x="8210748" y="1377518"/>
                      <a:pt x="8159672" y="1411161"/>
                      <a:pt x="8103182" y="1411111"/>
                    </a:cubicBezTo>
                    <a:lnTo>
                      <a:pt x="8038130" y="1411111"/>
                    </a:lnTo>
                    <a:cubicBezTo>
                      <a:pt x="8026266" y="1411122"/>
                      <a:pt x="8015191" y="1405168"/>
                      <a:pt x="8008655" y="1395265"/>
                    </a:cubicBezTo>
                    <a:cubicBezTo>
                      <a:pt x="8002120" y="1385363"/>
                      <a:pt x="8001000" y="1372839"/>
                      <a:pt x="8005675" y="1361934"/>
                    </a:cubicBezTo>
                    <a:lnTo>
                      <a:pt x="8196316" y="917222"/>
                    </a:lnTo>
                    <a:lnTo>
                      <a:pt x="8266448" y="741821"/>
                    </a:lnTo>
                    <a:cubicBezTo>
                      <a:pt x="8309318" y="634683"/>
                      <a:pt x="8413094" y="564437"/>
                      <a:pt x="8528491" y="564444"/>
                    </a:cubicBezTo>
                    <a:lnTo>
                      <a:pt x="8710807" y="564444"/>
                    </a:lnTo>
                    <a:cubicBezTo>
                      <a:pt x="8826204" y="564437"/>
                      <a:pt x="8929980" y="634683"/>
                      <a:pt x="8972850" y="741821"/>
                    </a:cubicBezTo>
                    <a:lnTo>
                      <a:pt x="9042982" y="917222"/>
                    </a:lnTo>
                    <a:lnTo>
                      <a:pt x="9233553" y="1361934"/>
                    </a:lnTo>
                    <a:cubicBezTo>
                      <a:pt x="9238228" y="1372839"/>
                      <a:pt x="9237107" y="1385363"/>
                      <a:pt x="9230572" y="1395265"/>
                    </a:cubicBezTo>
                    <a:cubicBezTo>
                      <a:pt x="9224037" y="1405168"/>
                      <a:pt x="9212962" y="1411122"/>
                      <a:pt x="9201097" y="1411111"/>
                    </a:cubicBezTo>
                    <a:lnTo>
                      <a:pt x="9136045" y="1411111"/>
                    </a:lnTo>
                    <a:cubicBezTo>
                      <a:pt x="9079607" y="1411105"/>
                      <a:pt x="9028601" y="1377471"/>
                      <a:pt x="9006364" y="1325598"/>
                    </a:cubicBezTo>
                    <a:lnTo>
                      <a:pt x="8852341" y="966258"/>
                    </a:lnTo>
                    <a:cubicBezTo>
                      <a:pt x="8849095" y="958709"/>
                      <a:pt x="8837736" y="961884"/>
                      <a:pt x="8838865" y="969998"/>
                    </a:cubicBezTo>
                    <a:lnTo>
                      <a:pt x="8901871" y="1411111"/>
                    </a:lnTo>
                    <a:lnTo>
                      <a:pt x="8969252" y="2219607"/>
                    </a:lnTo>
                    <a:cubicBezTo>
                      <a:pt x="8970060" y="2229429"/>
                      <a:pt x="8966722" y="2239141"/>
                      <a:pt x="8960048" y="2246392"/>
                    </a:cubicBezTo>
                    <a:cubicBezTo>
                      <a:pt x="8953374" y="2253643"/>
                      <a:pt x="8943970" y="2257771"/>
                      <a:pt x="8934115" y="2257778"/>
                    </a:cubicBezTo>
                    <a:lnTo>
                      <a:pt x="8880281" y="2257778"/>
                    </a:lnTo>
                    <a:cubicBezTo>
                      <a:pt x="8811299" y="2257786"/>
                      <a:pt x="8752422" y="2207921"/>
                      <a:pt x="8741075" y="2139879"/>
                    </a:cubicBezTo>
                    <a:lnTo>
                      <a:pt x="8626704" y="1452880"/>
                    </a:lnTo>
                    <a:cubicBezTo>
                      <a:pt x="8625364" y="1444978"/>
                      <a:pt x="8614075" y="1444978"/>
                      <a:pt x="8612735" y="1452880"/>
                    </a:cubicBezTo>
                    <a:lnTo>
                      <a:pt x="8498294" y="2139879"/>
                    </a:lnTo>
                    <a:cubicBezTo>
                      <a:pt x="8486942" y="2207948"/>
                      <a:pt x="8428025" y="2257821"/>
                      <a:pt x="8359017" y="2257778"/>
                    </a:cubicBezTo>
                    <a:lnTo>
                      <a:pt x="8305183" y="2257778"/>
                    </a:lnTo>
                    <a:cubicBezTo>
                      <a:pt x="8295328" y="2257771"/>
                      <a:pt x="8285924" y="2253643"/>
                      <a:pt x="8279250" y="2246392"/>
                    </a:cubicBezTo>
                    <a:cubicBezTo>
                      <a:pt x="8272576" y="2239141"/>
                      <a:pt x="8269238" y="2229429"/>
                      <a:pt x="8270046" y="2219607"/>
                    </a:cubicBezTo>
                    <a:lnTo>
                      <a:pt x="8337427" y="1411111"/>
                    </a:lnTo>
                    <a:lnTo>
                      <a:pt x="8400433" y="969998"/>
                    </a:lnTo>
                    <a:close/>
                    <a:moveTo>
                      <a:pt x="618649" y="2321278"/>
                    </a:moveTo>
                    <a:cubicBezTo>
                      <a:pt x="562511" y="2321278"/>
                      <a:pt x="508673" y="2343578"/>
                      <a:pt x="468978" y="2383274"/>
                    </a:cubicBezTo>
                    <a:cubicBezTo>
                      <a:pt x="429283" y="2422969"/>
                      <a:pt x="406982" y="2476807"/>
                      <a:pt x="406982" y="2532944"/>
                    </a:cubicBezTo>
                    <a:lnTo>
                      <a:pt x="406982" y="2603500"/>
                    </a:lnTo>
                    <a:cubicBezTo>
                      <a:pt x="407503" y="2720031"/>
                      <a:pt x="502117" y="2814222"/>
                      <a:pt x="618649" y="2814222"/>
                    </a:cubicBezTo>
                    <a:cubicBezTo>
                      <a:pt x="735181" y="2814222"/>
                      <a:pt x="829794" y="2720031"/>
                      <a:pt x="830316" y="2603500"/>
                    </a:cubicBezTo>
                    <a:lnTo>
                      <a:pt x="830316" y="2532944"/>
                    </a:lnTo>
                    <a:cubicBezTo>
                      <a:pt x="830316" y="2476807"/>
                      <a:pt x="808015" y="2422969"/>
                      <a:pt x="768320" y="2383274"/>
                    </a:cubicBezTo>
                    <a:cubicBezTo>
                      <a:pt x="728625" y="2343578"/>
                      <a:pt x="674787" y="2321278"/>
                      <a:pt x="618649" y="2321278"/>
                    </a:cubicBezTo>
                    <a:close/>
                    <a:moveTo>
                      <a:pt x="399433" y="3291275"/>
                    </a:moveTo>
                    <a:cubicBezTo>
                      <a:pt x="400632" y="3283162"/>
                      <a:pt x="389202" y="3279987"/>
                      <a:pt x="386027" y="3287536"/>
                    </a:cubicBezTo>
                    <a:lnTo>
                      <a:pt x="232005" y="3646875"/>
                    </a:lnTo>
                    <a:cubicBezTo>
                      <a:pt x="209748" y="3698796"/>
                      <a:pt x="158672" y="3732439"/>
                      <a:pt x="102182" y="3732389"/>
                    </a:cubicBezTo>
                    <a:lnTo>
                      <a:pt x="37130" y="3732389"/>
                    </a:lnTo>
                    <a:cubicBezTo>
                      <a:pt x="25266" y="3732399"/>
                      <a:pt x="14190" y="3726445"/>
                      <a:pt x="7655" y="3716543"/>
                    </a:cubicBezTo>
                    <a:cubicBezTo>
                      <a:pt x="1120" y="3706641"/>
                      <a:pt x="0" y="3694116"/>
                      <a:pt x="4675" y="3683212"/>
                    </a:cubicBezTo>
                    <a:lnTo>
                      <a:pt x="195316" y="3238500"/>
                    </a:lnTo>
                    <a:lnTo>
                      <a:pt x="265448" y="3063099"/>
                    </a:lnTo>
                    <a:cubicBezTo>
                      <a:pt x="308318" y="2955961"/>
                      <a:pt x="412095" y="2885715"/>
                      <a:pt x="527491" y="2885722"/>
                    </a:cubicBezTo>
                    <a:lnTo>
                      <a:pt x="709807" y="2885722"/>
                    </a:lnTo>
                    <a:cubicBezTo>
                      <a:pt x="825203" y="2885715"/>
                      <a:pt x="928980" y="2955961"/>
                      <a:pt x="971850" y="3063099"/>
                    </a:cubicBezTo>
                    <a:lnTo>
                      <a:pt x="1041982" y="3238500"/>
                    </a:lnTo>
                    <a:lnTo>
                      <a:pt x="1232553" y="3683212"/>
                    </a:lnTo>
                    <a:cubicBezTo>
                      <a:pt x="1237228" y="3694116"/>
                      <a:pt x="1236108" y="3706641"/>
                      <a:pt x="1229572" y="3716543"/>
                    </a:cubicBezTo>
                    <a:cubicBezTo>
                      <a:pt x="1223037" y="3726445"/>
                      <a:pt x="1211962" y="3732399"/>
                      <a:pt x="1200097" y="3732389"/>
                    </a:cubicBezTo>
                    <a:lnTo>
                      <a:pt x="1135045" y="3732389"/>
                    </a:lnTo>
                    <a:cubicBezTo>
                      <a:pt x="1078607" y="3732383"/>
                      <a:pt x="1027601" y="3698749"/>
                      <a:pt x="1005364" y="3646875"/>
                    </a:cubicBezTo>
                    <a:lnTo>
                      <a:pt x="851341" y="3287536"/>
                    </a:lnTo>
                    <a:cubicBezTo>
                      <a:pt x="848096" y="3279987"/>
                      <a:pt x="836736" y="3283162"/>
                      <a:pt x="837865" y="3291275"/>
                    </a:cubicBezTo>
                    <a:lnTo>
                      <a:pt x="900871" y="3732389"/>
                    </a:lnTo>
                    <a:lnTo>
                      <a:pt x="968252" y="4540885"/>
                    </a:lnTo>
                    <a:cubicBezTo>
                      <a:pt x="969060" y="4550707"/>
                      <a:pt x="965723" y="4560419"/>
                      <a:pt x="959048" y="4567670"/>
                    </a:cubicBezTo>
                    <a:cubicBezTo>
                      <a:pt x="952374" y="4574921"/>
                      <a:pt x="942970" y="4579049"/>
                      <a:pt x="933115" y="4579055"/>
                    </a:cubicBezTo>
                    <a:lnTo>
                      <a:pt x="879281" y="4579055"/>
                    </a:lnTo>
                    <a:cubicBezTo>
                      <a:pt x="810300" y="4579064"/>
                      <a:pt x="751423" y="4529199"/>
                      <a:pt x="740075" y="4461157"/>
                    </a:cubicBezTo>
                    <a:lnTo>
                      <a:pt x="625705" y="3774158"/>
                    </a:lnTo>
                    <a:cubicBezTo>
                      <a:pt x="624364" y="3766255"/>
                      <a:pt x="613075" y="3766255"/>
                      <a:pt x="611735" y="3774158"/>
                    </a:cubicBezTo>
                    <a:lnTo>
                      <a:pt x="497293" y="4461157"/>
                    </a:lnTo>
                    <a:cubicBezTo>
                      <a:pt x="485941" y="4529225"/>
                      <a:pt x="427025" y="4579098"/>
                      <a:pt x="358017" y="4579055"/>
                    </a:cubicBezTo>
                    <a:lnTo>
                      <a:pt x="304183" y="4579055"/>
                    </a:lnTo>
                    <a:cubicBezTo>
                      <a:pt x="294328" y="4579049"/>
                      <a:pt x="284924" y="4574921"/>
                      <a:pt x="278250" y="4567670"/>
                    </a:cubicBezTo>
                    <a:cubicBezTo>
                      <a:pt x="271575" y="4560419"/>
                      <a:pt x="268238" y="4550707"/>
                      <a:pt x="269046" y="4540885"/>
                    </a:cubicBezTo>
                    <a:lnTo>
                      <a:pt x="336427" y="3732389"/>
                    </a:lnTo>
                    <a:lnTo>
                      <a:pt x="399433" y="3291275"/>
                    </a:lnTo>
                    <a:close/>
                  </a:path>
                </a:pathLst>
              </a:custGeom>
              <a:solidFill>
                <a:srgbClr val="008037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7" name="Freeform 17"/>
              <p:cNvSpPr/>
              <p:nvPr/>
            </p:nvSpPr>
            <p:spPr>
              <a:xfrm>
                <a:off x="16351" y="2321278"/>
                <a:ext cx="9238228" cy="4579099"/>
              </a:xfrm>
              <a:custGeom>
                <a:avLst/>
                <a:gdLst/>
                <a:ahLst/>
                <a:cxnLst/>
                <a:rect l="l" t="t" r="r" b="b"/>
                <a:pathLst>
                  <a:path w="9238228" h="4579099">
                    <a:moveTo>
                      <a:pt x="1952149" y="0"/>
                    </a:moveTo>
                    <a:cubicBezTo>
                      <a:pt x="1896012" y="0"/>
                      <a:pt x="1842173" y="22300"/>
                      <a:pt x="1802478" y="61995"/>
                    </a:cubicBezTo>
                    <a:cubicBezTo>
                      <a:pt x="1762783" y="101691"/>
                      <a:pt x="1740482" y="155529"/>
                      <a:pt x="1740482" y="211666"/>
                    </a:cubicBezTo>
                    <a:lnTo>
                      <a:pt x="1740482" y="282222"/>
                    </a:lnTo>
                    <a:cubicBezTo>
                      <a:pt x="1741003" y="398753"/>
                      <a:pt x="1835617" y="492944"/>
                      <a:pt x="1952149" y="492944"/>
                    </a:cubicBezTo>
                    <a:cubicBezTo>
                      <a:pt x="2068681" y="492944"/>
                      <a:pt x="2163295" y="398753"/>
                      <a:pt x="2163816" y="282222"/>
                    </a:cubicBezTo>
                    <a:lnTo>
                      <a:pt x="2163816" y="211666"/>
                    </a:lnTo>
                    <a:cubicBezTo>
                      <a:pt x="2163816" y="155529"/>
                      <a:pt x="2141515" y="101691"/>
                      <a:pt x="2101820" y="61995"/>
                    </a:cubicBezTo>
                    <a:cubicBezTo>
                      <a:pt x="2062125" y="22300"/>
                      <a:pt x="2008286" y="0"/>
                      <a:pt x="1952149" y="0"/>
                    </a:cubicBezTo>
                    <a:close/>
                    <a:moveTo>
                      <a:pt x="1732933" y="969997"/>
                    </a:moveTo>
                    <a:cubicBezTo>
                      <a:pt x="1734132" y="961884"/>
                      <a:pt x="1722702" y="958709"/>
                      <a:pt x="1719527" y="966258"/>
                    </a:cubicBezTo>
                    <a:lnTo>
                      <a:pt x="1565505" y="1325597"/>
                    </a:lnTo>
                    <a:cubicBezTo>
                      <a:pt x="1543248" y="1377518"/>
                      <a:pt x="1492172" y="1411161"/>
                      <a:pt x="1435682" y="1411111"/>
                    </a:cubicBezTo>
                    <a:lnTo>
                      <a:pt x="1370630" y="1411111"/>
                    </a:lnTo>
                    <a:cubicBezTo>
                      <a:pt x="1358766" y="1411121"/>
                      <a:pt x="1347690" y="1405167"/>
                      <a:pt x="1341155" y="1395265"/>
                    </a:cubicBezTo>
                    <a:cubicBezTo>
                      <a:pt x="1334620" y="1385363"/>
                      <a:pt x="1333500" y="1372838"/>
                      <a:pt x="1338175" y="1361934"/>
                    </a:cubicBezTo>
                    <a:lnTo>
                      <a:pt x="1528816" y="917222"/>
                    </a:lnTo>
                    <a:lnTo>
                      <a:pt x="1598948" y="741821"/>
                    </a:lnTo>
                    <a:cubicBezTo>
                      <a:pt x="1641818" y="634683"/>
                      <a:pt x="1745595" y="564437"/>
                      <a:pt x="1860991" y="564444"/>
                    </a:cubicBezTo>
                    <a:lnTo>
                      <a:pt x="2043307" y="564444"/>
                    </a:lnTo>
                    <a:cubicBezTo>
                      <a:pt x="2158703" y="564437"/>
                      <a:pt x="2262480" y="634683"/>
                      <a:pt x="2305350" y="741821"/>
                    </a:cubicBezTo>
                    <a:lnTo>
                      <a:pt x="2375482" y="917222"/>
                    </a:lnTo>
                    <a:lnTo>
                      <a:pt x="2566053" y="1361934"/>
                    </a:lnTo>
                    <a:cubicBezTo>
                      <a:pt x="2570727" y="1372838"/>
                      <a:pt x="2569607" y="1385362"/>
                      <a:pt x="2563072" y="1395265"/>
                    </a:cubicBezTo>
                    <a:cubicBezTo>
                      <a:pt x="2556537" y="1405167"/>
                      <a:pt x="2545462" y="1411121"/>
                      <a:pt x="2533597" y="1411111"/>
                    </a:cubicBezTo>
                    <a:lnTo>
                      <a:pt x="2468545" y="1411111"/>
                    </a:lnTo>
                    <a:cubicBezTo>
                      <a:pt x="2412107" y="1411105"/>
                      <a:pt x="2361101" y="1377471"/>
                      <a:pt x="2338864" y="1325597"/>
                    </a:cubicBezTo>
                    <a:lnTo>
                      <a:pt x="2184841" y="966258"/>
                    </a:lnTo>
                    <a:cubicBezTo>
                      <a:pt x="2181596" y="958709"/>
                      <a:pt x="2170236" y="961884"/>
                      <a:pt x="2171365" y="969997"/>
                    </a:cubicBezTo>
                    <a:lnTo>
                      <a:pt x="2234371" y="1411111"/>
                    </a:lnTo>
                    <a:lnTo>
                      <a:pt x="2301752" y="2219607"/>
                    </a:lnTo>
                    <a:cubicBezTo>
                      <a:pt x="2302560" y="2229429"/>
                      <a:pt x="2299223" y="2239141"/>
                      <a:pt x="2292548" y="2246392"/>
                    </a:cubicBezTo>
                    <a:cubicBezTo>
                      <a:pt x="2285874" y="2253643"/>
                      <a:pt x="2276470" y="2257771"/>
                      <a:pt x="2266615" y="2257777"/>
                    </a:cubicBezTo>
                    <a:lnTo>
                      <a:pt x="2212781" y="2257777"/>
                    </a:lnTo>
                    <a:cubicBezTo>
                      <a:pt x="2143800" y="2257786"/>
                      <a:pt x="2084923" y="2207921"/>
                      <a:pt x="2073575" y="2139879"/>
                    </a:cubicBezTo>
                    <a:lnTo>
                      <a:pt x="1959205" y="1452880"/>
                    </a:lnTo>
                    <a:cubicBezTo>
                      <a:pt x="1957864" y="1444977"/>
                      <a:pt x="1946575" y="1444977"/>
                      <a:pt x="1945234" y="1452880"/>
                    </a:cubicBezTo>
                    <a:lnTo>
                      <a:pt x="1830793" y="2139879"/>
                    </a:lnTo>
                    <a:cubicBezTo>
                      <a:pt x="1819442" y="2207947"/>
                      <a:pt x="1760525" y="2257820"/>
                      <a:pt x="1691517" y="2257777"/>
                    </a:cubicBezTo>
                    <a:lnTo>
                      <a:pt x="1637683" y="2257777"/>
                    </a:lnTo>
                    <a:cubicBezTo>
                      <a:pt x="1627828" y="2257771"/>
                      <a:pt x="1618424" y="2253643"/>
                      <a:pt x="1611750" y="2246392"/>
                    </a:cubicBezTo>
                    <a:cubicBezTo>
                      <a:pt x="1605075" y="2239141"/>
                      <a:pt x="1601738" y="2229429"/>
                      <a:pt x="1602546" y="2219607"/>
                    </a:cubicBezTo>
                    <a:lnTo>
                      <a:pt x="1669927" y="1411111"/>
                    </a:lnTo>
                    <a:lnTo>
                      <a:pt x="1732933" y="969997"/>
                    </a:lnTo>
                    <a:close/>
                    <a:moveTo>
                      <a:pt x="3285649" y="0"/>
                    </a:moveTo>
                    <a:cubicBezTo>
                      <a:pt x="3229512" y="0"/>
                      <a:pt x="3175673" y="22300"/>
                      <a:pt x="3135978" y="61995"/>
                    </a:cubicBezTo>
                    <a:cubicBezTo>
                      <a:pt x="3096283" y="101691"/>
                      <a:pt x="3073982" y="155529"/>
                      <a:pt x="3073982" y="211666"/>
                    </a:cubicBezTo>
                    <a:lnTo>
                      <a:pt x="3073982" y="282222"/>
                    </a:lnTo>
                    <a:cubicBezTo>
                      <a:pt x="3074503" y="398753"/>
                      <a:pt x="3169117" y="492944"/>
                      <a:pt x="3285649" y="492944"/>
                    </a:cubicBezTo>
                    <a:cubicBezTo>
                      <a:pt x="3402181" y="492944"/>
                      <a:pt x="3496794" y="398753"/>
                      <a:pt x="3497316" y="282222"/>
                    </a:cubicBezTo>
                    <a:lnTo>
                      <a:pt x="3497316" y="211666"/>
                    </a:lnTo>
                    <a:cubicBezTo>
                      <a:pt x="3497316" y="94766"/>
                      <a:pt x="3402549" y="0"/>
                      <a:pt x="3285649" y="0"/>
                    </a:cubicBezTo>
                    <a:close/>
                    <a:moveTo>
                      <a:pt x="3066433" y="969997"/>
                    </a:moveTo>
                    <a:cubicBezTo>
                      <a:pt x="3067632" y="961884"/>
                      <a:pt x="3056202" y="958709"/>
                      <a:pt x="3053027" y="966258"/>
                    </a:cubicBezTo>
                    <a:lnTo>
                      <a:pt x="2899005" y="1325597"/>
                    </a:lnTo>
                    <a:cubicBezTo>
                      <a:pt x="2876748" y="1377518"/>
                      <a:pt x="2825672" y="1411161"/>
                      <a:pt x="2769182" y="1411111"/>
                    </a:cubicBezTo>
                    <a:lnTo>
                      <a:pt x="2704130" y="1411111"/>
                    </a:lnTo>
                    <a:cubicBezTo>
                      <a:pt x="2692266" y="1411121"/>
                      <a:pt x="2681190" y="1405167"/>
                      <a:pt x="2674655" y="1395265"/>
                    </a:cubicBezTo>
                    <a:cubicBezTo>
                      <a:pt x="2668120" y="1385362"/>
                      <a:pt x="2667000" y="1372838"/>
                      <a:pt x="2671675" y="1361934"/>
                    </a:cubicBezTo>
                    <a:lnTo>
                      <a:pt x="2862316" y="917222"/>
                    </a:lnTo>
                    <a:lnTo>
                      <a:pt x="2932448" y="741821"/>
                    </a:lnTo>
                    <a:cubicBezTo>
                      <a:pt x="2975318" y="634683"/>
                      <a:pt x="3079095" y="564437"/>
                      <a:pt x="3194491" y="564444"/>
                    </a:cubicBezTo>
                    <a:lnTo>
                      <a:pt x="3376807" y="564444"/>
                    </a:lnTo>
                    <a:cubicBezTo>
                      <a:pt x="3492203" y="564436"/>
                      <a:pt x="3595980" y="634683"/>
                      <a:pt x="3638850" y="741821"/>
                    </a:cubicBezTo>
                    <a:lnTo>
                      <a:pt x="3708982" y="917222"/>
                    </a:lnTo>
                    <a:lnTo>
                      <a:pt x="3899553" y="1361934"/>
                    </a:lnTo>
                    <a:cubicBezTo>
                      <a:pt x="3904228" y="1372838"/>
                      <a:pt x="3903108" y="1385363"/>
                      <a:pt x="3896572" y="1395265"/>
                    </a:cubicBezTo>
                    <a:cubicBezTo>
                      <a:pt x="3890037" y="1405167"/>
                      <a:pt x="3878962" y="1411121"/>
                      <a:pt x="3867097" y="1411111"/>
                    </a:cubicBezTo>
                    <a:lnTo>
                      <a:pt x="3802045" y="1411111"/>
                    </a:lnTo>
                    <a:cubicBezTo>
                      <a:pt x="3745607" y="1411105"/>
                      <a:pt x="3694601" y="1377470"/>
                      <a:pt x="3672364" y="1325597"/>
                    </a:cubicBezTo>
                    <a:lnTo>
                      <a:pt x="3518341" y="966258"/>
                    </a:lnTo>
                    <a:cubicBezTo>
                      <a:pt x="3515096" y="958709"/>
                      <a:pt x="3503736" y="961884"/>
                      <a:pt x="3504865" y="969997"/>
                    </a:cubicBezTo>
                    <a:lnTo>
                      <a:pt x="3567871" y="1411111"/>
                    </a:lnTo>
                    <a:lnTo>
                      <a:pt x="3635252" y="2219607"/>
                    </a:lnTo>
                    <a:cubicBezTo>
                      <a:pt x="3636060" y="2229429"/>
                      <a:pt x="3632722" y="2239141"/>
                      <a:pt x="3626048" y="2246392"/>
                    </a:cubicBezTo>
                    <a:cubicBezTo>
                      <a:pt x="3619374" y="2253643"/>
                      <a:pt x="3609970" y="2257771"/>
                      <a:pt x="3600115" y="2257777"/>
                    </a:cubicBezTo>
                    <a:lnTo>
                      <a:pt x="3546281" y="2257777"/>
                    </a:lnTo>
                    <a:cubicBezTo>
                      <a:pt x="3477300" y="2257786"/>
                      <a:pt x="3418423" y="2207921"/>
                      <a:pt x="3407075" y="2139879"/>
                    </a:cubicBezTo>
                    <a:lnTo>
                      <a:pt x="3292704" y="1452880"/>
                    </a:lnTo>
                    <a:cubicBezTo>
                      <a:pt x="3291364" y="1444977"/>
                      <a:pt x="3280075" y="1444977"/>
                      <a:pt x="3278735" y="1452880"/>
                    </a:cubicBezTo>
                    <a:lnTo>
                      <a:pt x="3164293" y="2139879"/>
                    </a:lnTo>
                    <a:cubicBezTo>
                      <a:pt x="3152942" y="2207947"/>
                      <a:pt x="3094025" y="2257820"/>
                      <a:pt x="3025017" y="2257777"/>
                    </a:cubicBezTo>
                    <a:lnTo>
                      <a:pt x="2971183" y="2257777"/>
                    </a:lnTo>
                    <a:cubicBezTo>
                      <a:pt x="2961328" y="2257771"/>
                      <a:pt x="2951924" y="2253643"/>
                      <a:pt x="2945250" y="2246392"/>
                    </a:cubicBezTo>
                    <a:cubicBezTo>
                      <a:pt x="2938575" y="2239141"/>
                      <a:pt x="2935238" y="2229429"/>
                      <a:pt x="2936046" y="2219607"/>
                    </a:cubicBezTo>
                    <a:lnTo>
                      <a:pt x="3003427" y="1411111"/>
                    </a:lnTo>
                    <a:lnTo>
                      <a:pt x="3066433" y="969997"/>
                    </a:lnTo>
                    <a:close/>
                    <a:moveTo>
                      <a:pt x="4619149" y="0"/>
                    </a:moveTo>
                    <a:cubicBezTo>
                      <a:pt x="4502249" y="0"/>
                      <a:pt x="4407482" y="94766"/>
                      <a:pt x="4407482" y="211666"/>
                    </a:cubicBezTo>
                    <a:lnTo>
                      <a:pt x="4407482" y="282222"/>
                    </a:lnTo>
                    <a:cubicBezTo>
                      <a:pt x="4408004" y="398753"/>
                      <a:pt x="4502617" y="492944"/>
                      <a:pt x="4619149" y="492944"/>
                    </a:cubicBezTo>
                    <a:cubicBezTo>
                      <a:pt x="4735681" y="492944"/>
                      <a:pt x="4830294" y="398753"/>
                      <a:pt x="4830816" y="282222"/>
                    </a:cubicBezTo>
                    <a:lnTo>
                      <a:pt x="4830816" y="211666"/>
                    </a:lnTo>
                    <a:cubicBezTo>
                      <a:pt x="4830816" y="94766"/>
                      <a:pt x="4736049" y="0"/>
                      <a:pt x="4619149" y="0"/>
                    </a:cubicBezTo>
                    <a:close/>
                    <a:moveTo>
                      <a:pt x="4399933" y="969997"/>
                    </a:moveTo>
                    <a:cubicBezTo>
                      <a:pt x="4401132" y="961884"/>
                      <a:pt x="4389702" y="958709"/>
                      <a:pt x="4386527" y="966258"/>
                    </a:cubicBezTo>
                    <a:lnTo>
                      <a:pt x="4232504" y="1325597"/>
                    </a:lnTo>
                    <a:cubicBezTo>
                      <a:pt x="4210248" y="1377518"/>
                      <a:pt x="4159172" y="1411161"/>
                      <a:pt x="4102682" y="1411111"/>
                    </a:cubicBezTo>
                    <a:lnTo>
                      <a:pt x="4037630" y="1411111"/>
                    </a:lnTo>
                    <a:cubicBezTo>
                      <a:pt x="4025766" y="1411121"/>
                      <a:pt x="4014691" y="1405167"/>
                      <a:pt x="4008155" y="1395265"/>
                    </a:cubicBezTo>
                    <a:cubicBezTo>
                      <a:pt x="4001620" y="1385363"/>
                      <a:pt x="4000500" y="1372838"/>
                      <a:pt x="4005174" y="1361934"/>
                    </a:cubicBezTo>
                    <a:lnTo>
                      <a:pt x="4195816" y="917222"/>
                    </a:lnTo>
                    <a:lnTo>
                      <a:pt x="4265948" y="741821"/>
                    </a:lnTo>
                    <a:cubicBezTo>
                      <a:pt x="4308818" y="634683"/>
                      <a:pt x="4412595" y="564437"/>
                      <a:pt x="4527991" y="564444"/>
                    </a:cubicBezTo>
                    <a:lnTo>
                      <a:pt x="4710307" y="564444"/>
                    </a:lnTo>
                    <a:cubicBezTo>
                      <a:pt x="4825703" y="564436"/>
                      <a:pt x="4929480" y="634683"/>
                      <a:pt x="4972350" y="741821"/>
                    </a:cubicBezTo>
                    <a:lnTo>
                      <a:pt x="5042482" y="917222"/>
                    </a:lnTo>
                    <a:lnTo>
                      <a:pt x="5233053" y="1361934"/>
                    </a:lnTo>
                    <a:cubicBezTo>
                      <a:pt x="5237728" y="1372838"/>
                      <a:pt x="5236608" y="1385363"/>
                      <a:pt x="5230072" y="1395265"/>
                    </a:cubicBezTo>
                    <a:cubicBezTo>
                      <a:pt x="5223537" y="1405167"/>
                      <a:pt x="5212462" y="1411121"/>
                      <a:pt x="5200597" y="1411111"/>
                    </a:cubicBezTo>
                    <a:lnTo>
                      <a:pt x="5135545" y="1411111"/>
                    </a:lnTo>
                    <a:cubicBezTo>
                      <a:pt x="5079107" y="1411105"/>
                      <a:pt x="5028101" y="1377470"/>
                      <a:pt x="5005864" y="1325597"/>
                    </a:cubicBezTo>
                    <a:lnTo>
                      <a:pt x="4851841" y="966258"/>
                    </a:lnTo>
                    <a:cubicBezTo>
                      <a:pt x="4848596" y="958709"/>
                      <a:pt x="4837236" y="961884"/>
                      <a:pt x="4838365" y="969997"/>
                    </a:cubicBezTo>
                    <a:lnTo>
                      <a:pt x="4901371" y="1411111"/>
                    </a:lnTo>
                    <a:lnTo>
                      <a:pt x="4968752" y="2219607"/>
                    </a:lnTo>
                    <a:cubicBezTo>
                      <a:pt x="4969560" y="2229429"/>
                      <a:pt x="4966222" y="2239141"/>
                      <a:pt x="4959548" y="2246392"/>
                    </a:cubicBezTo>
                    <a:cubicBezTo>
                      <a:pt x="4952874" y="2253643"/>
                      <a:pt x="4943470" y="2257771"/>
                      <a:pt x="4933615" y="2257777"/>
                    </a:cubicBezTo>
                    <a:lnTo>
                      <a:pt x="4879781" y="2257777"/>
                    </a:lnTo>
                    <a:cubicBezTo>
                      <a:pt x="4810800" y="2257786"/>
                      <a:pt x="4751923" y="2207921"/>
                      <a:pt x="4740575" y="2139879"/>
                    </a:cubicBezTo>
                    <a:lnTo>
                      <a:pt x="4626204" y="1452880"/>
                    </a:lnTo>
                    <a:cubicBezTo>
                      <a:pt x="4624864" y="1444977"/>
                      <a:pt x="4613575" y="1444977"/>
                      <a:pt x="4612235" y="1452880"/>
                    </a:cubicBezTo>
                    <a:lnTo>
                      <a:pt x="4497794" y="2139879"/>
                    </a:lnTo>
                    <a:cubicBezTo>
                      <a:pt x="4486442" y="2207947"/>
                      <a:pt x="4427525" y="2257820"/>
                      <a:pt x="4358517" y="2257777"/>
                    </a:cubicBezTo>
                    <a:lnTo>
                      <a:pt x="4304683" y="2257777"/>
                    </a:lnTo>
                    <a:cubicBezTo>
                      <a:pt x="4294828" y="2257771"/>
                      <a:pt x="4285424" y="2253643"/>
                      <a:pt x="4278750" y="2246392"/>
                    </a:cubicBezTo>
                    <a:cubicBezTo>
                      <a:pt x="4272076" y="2239141"/>
                      <a:pt x="4268738" y="2229429"/>
                      <a:pt x="4269546" y="2219607"/>
                    </a:cubicBezTo>
                    <a:lnTo>
                      <a:pt x="4336927" y="1411111"/>
                    </a:lnTo>
                    <a:lnTo>
                      <a:pt x="4399933" y="969997"/>
                    </a:lnTo>
                    <a:close/>
                    <a:moveTo>
                      <a:pt x="5952649" y="0"/>
                    </a:moveTo>
                    <a:cubicBezTo>
                      <a:pt x="5835749" y="0"/>
                      <a:pt x="5740982" y="94766"/>
                      <a:pt x="5740982" y="211666"/>
                    </a:cubicBezTo>
                    <a:lnTo>
                      <a:pt x="5740982" y="282222"/>
                    </a:lnTo>
                    <a:cubicBezTo>
                      <a:pt x="5741504" y="398753"/>
                      <a:pt x="5836117" y="492944"/>
                      <a:pt x="5952649" y="492944"/>
                    </a:cubicBezTo>
                    <a:cubicBezTo>
                      <a:pt x="6069181" y="492944"/>
                      <a:pt x="6163794" y="398753"/>
                      <a:pt x="6164316" y="282222"/>
                    </a:cubicBezTo>
                    <a:lnTo>
                      <a:pt x="6164316" y="211666"/>
                    </a:lnTo>
                    <a:cubicBezTo>
                      <a:pt x="6164316" y="94766"/>
                      <a:pt x="6069549" y="0"/>
                      <a:pt x="5952649" y="0"/>
                    </a:cubicBezTo>
                    <a:close/>
                    <a:moveTo>
                      <a:pt x="5733433" y="969997"/>
                    </a:moveTo>
                    <a:cubicBezTo>
                      <a:pt x="5734632" y="961884"/>
                      <a:pt x="5723202" y="958709"/>
                      <a:pt x="5720027" y="966258"/>
                    </a:cubicBezTo>
                    <a:lnTo>
                      <a:pt x="5566004" y="1325597"/>
                    </a:lnTo>
                    <a:cubicBezTo>
                      <a:pt x="5543748" y="1377518"/>
                      <a:pt x="5492672" y="1411161"/>
                      <a:pt x="5436182" y="1411111"/>
                    </a:cubicBezTo>
                    <a:lnTo>
                      <a:pt x="5371130" y="1411111"/>
                    </a:lnTo>
                    <a:cubicBezTo>
                      <a:pt x="5359266" y="1411121"/>
                      <a:pt x="5348191" y="1405167"/>
                      <a:pt x="5341655" y="1395265"/>
                    </a:cubicBezTo>
                    <a:cubicBezTo>
                      <a:pt x="5335120" y="1385363"/>
                      <a:pt x="5334000" y="1372838"/>
                      <a:pt x="5338674" y="1361934"/>
                    </a:cubicBezTo>
                    <a:lnTo>
                      <a:pt x="5529316" y="917222"/>
                    </a:lnTo>
                    <a:lnTo>
                      <a:pt x="5599448" y="741821"/>
                    </a:lnTo>
                    <a:cubicBezTo>
                      <a:pt x="5642318" y="634683"/>
                      <a:pt x="5746095" y="564437"/>
                      <a:pt x="5861491" y="564444"/>
                    </a:cubicBezTo>
                    <a:lnTo>
                      <a:pt x="6043807" y="564444"/>
                    </a:lnTo>
                    <a:cubicBezTo>
                      <a:pt x="6159203" y="564436"/>
                      <a:pt x="6262980" y="634683"/>
                      <a:pt x="6305850" y="741821"/>
                    </a:cubicBezTo>
                    <a:lnTo>
                      <a:pt x="6375982" y="917222"/>
                    </a:lnTo>
                    <a:lnTo>
                      <a:pt x="6566553" y="1361934"/>
                    </a:lnTo>
                    <a:cubicBezTo>
                      <a:pt x="6571228" y="1372838"/>
                      <a:pt x="6570107" y="1385362"/>
                      <a:pt x="6563572" y="1395265"/>
                    </a:cubicBezTo>
                    <a:cubicBezTo>
                      <a:pt x="6557037" y="1405167"/>
                      <a:pt x="6545962" y="1411121"/>
                      <a:pt x="6534097" y="1411111"/>
                    </a:cubicBezTo>
                    <a:lnTo>
                      <a:pt x="6469045" y="1411111"/>
                    </a:lnTo>
                    <a:cubicBezTo>
                      <a:pt x="6412607" y="1411105"/>
                      <a:pt x="6361601" y="1377470"/>
                      <a:pt x="6339364" y="1325597"/>
                    </a:cubicBezTo>
                    <a:lnTo>
                      <a:pt x="6185341" y="966258"/>
                    </a:lnTo>
                    <a:cubicBezTo>
                      <a:pt x="6182096" y="958709"/>
                      <a:pt x="6170736" y="961884"/>
                      <a:pt x="6171865" y="969997"/>
                    </a:cubicBezTo>
                    <a:lnTo>
                      <a:pt x="6234871" y="1411111"/>
                    </a:lnTo>
                    <a:lnTo>
                      <a:pt x="6302252" y="2219607"/>
                    </a:lnTo>
                    <a:cubicBezTo>
                      <a:pt x="6303060" y="2229429"/>
                      <a:pt x="6299722" y="2239141"/>
                      <a:pt x="6293048" y="2246392"/>
                    </a:cubicBezTo>
                    <a:cubicBezTo>
                      <a:pt x="6286374" y="2253643"/>
                      <a:pt x="6276970" y="2257771"/>
                      <a:pt x="6267115" y="2257777"/>
                    </a:cubicBezTo>
                    <a:lnTo>
                      <a:pt x="6213281" y="2257777"/>
                    </a:lnTo>
                    <a:cubicBezTo>
                      <a:pt x="6144300" y="2257786"/>
                      <a:pt x="6085423" y="2207921"/>
                      <a:pt x="6074075" y="2139879"/>
                    </a:cubicBezTo>
                    <a:lnTo>
                      <a:pt x="5959704" y="1452880"/>
                    </a:lnTo>
                    <a:cubicBezTo>
                      <a:pt x="5958364" y="1444977"/>
                      <a:pt x="5947075" y="1444977"/>
                      <a:pt x="5945735" y="1452880"/>
                    </a:cubicBezTo>
                    <a:lnTo>
                      <a:pt x="5831294" y="2139879"/>
                    </a:lnTo>
                    <a:cubicBezTo>
                      <a:pt x="5819942" y="2207947"/>
                      <a:pt x="5761025" y="2257820"/>
                      <a:pt x="5692017" y="2257777"/>
                    </a:cubicBezTo>
                    <a:lnTo>
                      <a:pt x="5638183" y="2257777"/>
                    </a:lnTo>
                    <a:cubicBezTo>
                      <a:pt x="5628328" y="2257771"/>
                      <a:pt x="5618924" y="2253643"/>
                      <a:pt x="5612250" y="2246392"/>
                    </a:cubicBezTo>
                    <a:cubicBezTo>
                      <a:pt x="5605576" y="2239141"/>
                      <a:pt x="5602238" y="2229429"/>
                      <a:pt x="5603046" y="2219607"/>
                    </a:cubicBezTo>
                    <a:lnTo>
                      <a:pt x="5670427" y="1411111"/>
                    </a:lnTo>
                    <a:lnTo>
                      <a:pt x="5733433" y="969997"/>
                    </a:lnTo>
                    <a:close/>
                    <a:moveTo>
                      <a:pt x="7286149" y="0"/>
                    </a:moveTo>
                    <a:cubicBezTo>
                      <a:pt x="7230011" y="0"/>
                      <a:pt x="7176173" y="22300"/>
                      <a:pt x="7136478" y="61995"/>
                    </a:cubicBezTo>
                    <a:cubicBezTo>
                      <a:pt x="7096782" y="101691"/>
                      <a:pt x="7074482" y="155529"/>
                      <a:pt x="7074482" y="211666"/>
                    </a:cubicBezTo>
                    <a:lnTo>
                      <a:pt x="7074482" y="282222"/>
                    </a:lnTo>
                    <a:cubicBezTo>
                      <a:pt x="7075003" y="398753"/>
                      <a:pt x="7169617" y="492944"/>
                      <a:pt x="7286149" y="492944"/>
                    </a:cubicBezTo>
                    <a:cubicBezTo>
                      <a:pt x="7402681" y="492944"/>
                      <a:pt x="7497295" y="398753"/>
                      <a:pt x="7497816" y="282222"/>
                    </a:cubicBezTo>
                    <a:lnTo>
                      <a:pt x="7497816" y="211666"/>
                    </a:lnTo>
                    <a:cubicBezTo>
                      <a:pt x="7497816" y="155529"/>
                      <a:pt x="7475516" y="101691"/>
                      <a:pt x="7435820" y="61995"/>
                    </a:cubicBezTo>
                    <a:cubicBezTo>
                      <a:pt x="7396125" y="22300"/>
                      <a:pt x="7342287" y="0"/>
                      <a:pt x="7286149" y="0"/>
                    </a:cubicBezTo>
                    <a:close/>
                    <a:moveTo>
                      <a:pt x="7066933" y="969997"/>
                    </a:moveTo>
                    <a:cubicBezTo>
                      <a:pt x="7068132" y="961884"/>
                      <a:pt x="7056703" y="958709"/>
                      <a:pt x="7053528" y="966258"/>
                    </a:cubicBezTo>
                    <a:lnTo>
                      <a:pt x="6899504" y="1325597"/>
                    </a:lnTo>
                    <a:cubicBezTo>
                      <a:pt x="6877248" y="1377518"/>
                      <a:pt x="6826172" y="1411161"/>
                      <a:pt x="6769682" y="1411111"/>
                    </a:cubicBezTo>
                    <a:lnTo>
                      <a:pt x="6704630" y="1411111"/>
                    </a:lnTo>
                    <a:cubicBezTo>
                      <a:pt x="6692766" y="1411121"/>
                      <a:pt x="6681691" y="1405167"/>
                      <a:pt x="6675155" y="1395265"/>
                    </a:cubicBezTo>
                    <a:cubicBezTo>
                      <a:pt x="6668620" y="1385362"/>
                      <a:pt x="6667500" y="1372838"/>
                      <a:pt x="6672175" y="1361934"/>
                    </a:cubicBezTo>
                    <a:lnTo>
                      <a:pt x="6862816" y="917222"/>
                    </a:lnTo>
                    <a:lnTo>
                      <a:pt x="6932948" y="741821"/>
                    </a:lnTo>
                    <a:cubicBezTo>
                      <a:pt x="6975818" y="634683"/>
                      <a:pt x="7079594" y="564437"/>
                      <a:pt x="7194991" y="564444"/>
                    </a:cubicBezTo>
                    <a:lnTo>
                      <a:pt x="7377307" y="564444"/>
                    </a:lnTo>
                    <a:cubicBezTo>
                      <a:pt x="7492704" y="564437"/>
                      <a:pt x="7596480" y="634683"/>
                      <a:pt x="7639350" y="741821"/>
                    </a:cubicBezTo>
                    <a:lnTo>
                      <a:pt x="7709482" y="917222"/>
                    </a:lnTo>
                    <a:lnTo>
                      <a:pt x="7900053" y="1361934"/>
                    </a:lnTo>
                    <a:cubicBezTo>
                      <a:pt x="7904728" y="1372838"/>
                      <a:pt x="7903607" y="1385362"/>
                      <a:pt x="7897072" y="1395265"/>
                    </a:cubicBezTo>
                    <a:cubicBezTo>
                      <a:pt x="7890537" y="1405167"/>
                      <a:pt x="7879462" y="1411121"/>
                      <a:pt x="7867597" y="1411111"/>
                    </a:cubicBezTo>
                    <a:lnTo>
                      <a:pt x="7802545" y="1411111"/>
                    </a:lnTo>
                    <a:cubicBezTo>
                      <a:pt x="7746107" y="1411105"/>
                      <a:pt x="7695101" y="1377471"/>
                      <a:pt x="7672864" y="1325597"/>
                    </a:cubicBezTo>
                    <a:lnTo>
                      <a:pt x="7518841" y="966258"/>
                    </a:lnTo>
                    <a:cubicBezTo>
                      <a:pt x="7515595" y="958709"/>
                      <a:pt x="7504236" y="961884"/>
                      <a:pt x="7505365" y="969997"/>
                    </a:cubicBezTo>
                    <a:lnTo>
                      <a:pt x="7568371" y="1411111"/>
                    </a:lnTo>
                    <a:lnTo>
                      <a:pt x="7635752" y="2219607"/>
                    </a:lnTo>
                    <a:cubicBezTo>
                      <a:pt x="7636560" y="2229429"/>
                      <a:pt x="7633222" y="2239141"/>
                      <a:pt x="7626548" y="2246392"/>
                    </a:cubicBezTo>
                    <a:cubicBezTo>
                      <a:pt x="7619874" y="2253643"/>
                      <a:pt x="7610470" y="2257771"/>
                      <a:pt x="7600615" y="2257777"/>
                    </a:cubicBezTo>
                    <a:lnTo>
                      <a:pt x="7546781" y="2257777"/>
                    </a:lnTo>
                    <a:cubicBezTo>
                      <a:pt x="7477799" y="2257786"/>
                      <a:pt x="7418922" y="2207921"/>
                      <a:pt x="7407575" y="2139879"/>
                    </a:cubicBezTo>
                    <a:lnTo>
                      <a:pt x="7293204" y="1452880"/>
                    </a:lnTo>
                    <a:cubicBezTo>
                      <a:pt x="7291864" y="1444977"/>
                      <a:pt x="7280575" y="1444977"/>
                      <a:pt x="7279235" y="1452880"/>
                    </a:cubicBezTo>
                    <a:lnTo>
                      <a:pt x="7164794" y="2139879"/>
                    </a:lnTo>
                    <a:cubicBezTo>
                      <a:pt x="7153442" y="2207947"/>
                      <a:pt x="7094525" y="2257820"/>
                      <a:pt x="7025517" y="2257777"/>
                    </a:cubicBezTo>
                    <a:lnTo>
                      <a:pt x="6971683" y="2257777"/>
                    </a:lnTo>
                    <a:cubicBezTo>
                      <a:pt x="6961828" y="2257771"/>
                      <a:pt x="6952424" y="2253643"/>
                      <a:pt x="6945750" y="2246392"/>
                    </a:cubicBezTo>
                    <a:cubicBezTo>
                      <a:pt x="6939076" y="2239141"/>
                      <a:pt x="6935738" y="2229429"/>
                      <a:pt x="6936546" y="2219607"/>
                    </a:cubicBezTo>
                    <a:lnTo>
                      <a:pt x="7003927" y="1411111"/>
                    </a:lnTo>
                    <a:lnTo>
                      <a:pt x="7066933" y="969997"/>
                    </a:lnTo>
                    <a:close/>
                    <a:moveTo>
                      <a:pt x="8619649" y="0"/>
                    </a:moveTo>
                    <a:cubicBezTo>
                      <a:pt x="8563511" y="0"/>
                      <a:pt x="8509673" y="22300"/>
                      <a:pt x="8469978" y="61995"/>
                    </a:cubicBezTo>
                    <a:cubicBezTo>
                      <a:pt x="8430282" y="101691"/>
                      <a:pt x="8407982" y="155529"/>
                      <a:pt x="8407982" y="211666"/>
                    </a:cubicBezTo>
                    <a:lnTo>
                      <a:pt x="8407982" y="282222"/>
                    </a:lnTo>
                    <a:cubicBezTo>
                      <a:pt x="8408503" y="398753"/>
                      <a:pt x="8503117" y="492944"/>
                      <a:pt x="8619649" y="492944"/>
                    </a:cubicBezTo>
                    <a:cubicBezTo>
                      <a:pt x="8736181" y="492944"/>
                      <a:pt x="8830795" y="398753"/>
                      <a:pt x="8831316" y="282222"/>
                    </a:cubicBezTo>
                    <a:lnTo>
                      <a:pt x="8831316" y="211666"/>
                    </a:lnTo>
                    <a:cubicBezTo>
                      <a:pt x="8831316" y="155529"/>
                      <a:pt x="8809016" y="101691"/>
                      <a:pt x="8769320" y="61995"/>
                    </a:cubicBezTo>
                    <a:cubicBezTo>
                      <a:pt x="8729625" y="22300"/>
                      <a:pt x="8675787" y="0"/>
                      <a:pt x="8619649" y="0"/>
                    </a:cubicBezTo>
                    <a:close/>
                    <a:moveTo>
                      <a:pt x="8400433" y="969997"/>
                    </a:moveTo>
                    <a:cubicBezTo>
                      <a:pt x="8401632" y="961884"/>
                      <a:pt x="8390203" y="958709"/>
                      <a:pt x="8387028" y="966258"/>
                    </a:cubicBezTo>
                    <a:lnTo>
                      <a:pt x="8233004" y="1325597"/>
                    </a:lnTo>
                    <a:cubicBezTo>
                      <a:pt x="8210748" y="1377518"/>
                      <a:pt x="8159672" y="1411161"/>
                      <a:pt x="8103182" y="1411111"/>
                    </a:cubicBezTo>
                    <a:lnTo>
                      <a:pt x="8038130" y="1411111"/>
                    </a:lnTo>
                    <a:cubicBezTo>
                      <a:pt x="8026266" y="1411121"/>
                      <a:pt x="8015191" y="1405167"/>
                      <a:pt x="8008655" y="1395265"/>
                    </a:cubicBezTo>
                    <a:cubicBezTo>
                      <a:pt x="8002120" y="1385362"/>
                      <a:pt x="8001000" y="1372838"/>
                      <a:pt x="8005675" y="1361934"/>
                    </a:cubicBezTo>
                    <a:lnTo>
                      <a:pt x="8196316" y="917222"/>
                    </a:lnTo>
                    <a:lnTo>
                      <a:pt x="8266448" y="741821"/>
                    </a:lnTo>
                    <a:cubicBezTo>
                      <a:pt x="8309318" y="634683"/>
                      <a:pt x="8413094" y="564437"/>
                      <a:pt x="8528491" y="564444"/>
                    </a:cubicBezTo>
                    <a:lnTo>
                      <a:pt x="8710807" y="564444"/>
                    </a:lnTo>
                    <a:cubicBezTo>
                      <a:pt x="8826204" y="564437"/>
                      <a:pt x="8929980" y="634683"/>
                      <a:pt x="8972850" y="741821"/>
                    </a:cubicBezTo>
                    <a:lnTo>
                      <a:pt x="9042982" y="917222"/>
                    </a:lnTo>
                    <a:lnTo>
                      <a:pt x="9233553" y="1361934"/>
                    </a:lnTo>
                    <a:cubicBezTo>
                      <a:pt x="9238228" y="1372838"/>
                      <a:pt x="9237107" y="1385362"/>
                      <a:pt x="9230572" y="1395265"/>
                    </a:cubicBezTo>
                    <a:cubicBezTo>
                      <a:pt x="9224037" y="1405167"/>
                      <a:pt x="9212962" y="1411121"/>
                      <a:pt x="9201097" y="1411111"/>
                    </a:cubicBezTo>
                    <a:lnTo>
                      <a:pt x="9136045" y="1411111"/>
                    </a:lnTo>
                    <a:cubicBezTo>
                      <a:pt x="9079607" y="1411105"/>
                      <a:pt x="9028601" y="1377471"/>
                      <a:pt x="9006364" y="1325597"/>
                    </a:cubicBezTo>
                    <a:lnTo>
                      <a:pt x="8852341" y="966258"/>
                    </a:lnTo>
                    <a:cubicBezTo>
                      <a:pt x="8849095" y="958709"/>
                      <a:pt x="8837736" y="961884"/>
                      <a:pt x="8838865" y="969997"/>
                    </a:cubicBezTo>
                    <a:lnTo>
                      <a:pt x="8901871" y="1411111"/>
                    </a:lnTo>
                    <a:lnTo>
                      <a:pt x="8969252" y="2219607"/>
                    </a:lnTo>
                    <a:cubicBezTo>
                      <a:pt x="8970060" y="2229429"/>
                      <a:pt x="8966722" y="2239141"/>
                      <a:pt x="8960048" y="2246392"/>
                    </a:cubicBezTo>
                    <a:cubicBezTo>
                      <a:pt x="8953374" y="2253643"/>
                      <a:pt x="8943970" y="2257771"/>
                      <a:pt x="8934115" y="2257777"/>
                    </a:cubicBezTo>
                    <a:lnTo>
                      <a:pt x="8880281" y="2257777"/>
                    </a:lnTo>
                    <a:cubicBezTo>
                      <a:pt x="8811299" y="2257786"/>
                      <a:pt x="8752422" y="2207921"/>
                      <a:pt x="8741075" y="2139879"/>
                    </a:cubicBezTo>
                    <a:lnTo>
                      <a:pt x="8626704" y="1452880"/>
                    </a:lnTo>
                    <a:cubicBezTo>
                      <a:pt x="8625364" y="1444977"/>
                      <a:pt x="8614075" y="1444977"/>
                      <a:pt x="8612735" y="1452880"/>
                    </a:cubicBezTo>
                    <a:lnTo>
                      <a:pt x="8498294" y="2139879"/>
                    </a:lnTo>
                    <a:cubicBezTo>
                      <a:pt x="8486942" y="2207947"/>
                      <a:pt x="8428025" y="2257820"/>
                      <a:pt x="8359017" y="2257777"/>
                    </a:cubicBezTo>
                    <a:lnTo>
                      <a:pt x="8305183" y="2257777"/>
                    </a:lnTo>
                    <a:cubicBezTo>
                      <a:pt x="8295328" y="2257771"/>
                      <a:pt x="8285924" y="2253643"/>
                      <a:pt x="8279250" y="2246392"/>
                    </a:cubicBezTo>
                    <a:cubicBezTo>
                      <a:pt x="8272576" y="2239141"/>
                      <a:pt x="8269238" y="2229429"/>
                      <a:pt x="8270046" y="2219607"/>
                    </a:cubicBezTo>
                    <a:lnTo>
                      <a:pt x="8337427" y="1411111"/>
                    </a:lnTo>
                    <a:lnTo>
                      <a:pt x="8400433" y="969997"/>
                    </a:lnTo>
                    <a:close/>
                    <a:moveTo>
                      <a:pt x="618649" y="2321277"/>
                    </a:moveTo>
                    <a:cubicBezTo>
                      <a:pt x="562511" y="2321277"/>
                      <a:pt x="508673" y="2343578"/>
                      <a:pt x="468978" y="2383273"/>
                    </a:cubicBezTo>
                    <a:cubicBezTo>
                      <a:pt x="429283" y="2422968"/>
                      <a:pt x="406982" y="2476807"/>
                      <a:pt x="406982" y="2532944"/>
                    </a:cubicBezTo>
                    <a:lnTo>
                      <a:pt x="406982" y="2603500"/>
                    </a:lnTo>
                    <a:cubicBezTo>
                      <a:pt x="407503" y="2720031"/>
                      <a:pt x="502117" y="2814222"/>
                      <a:pt x="618649" y="2814222"/>
                    </a:cubicBezTo>
                    <a:cubicBezTo>
                      <a:pt x="735181" y="2814222"/>
                      <a:pt x="829794" y="2720031"/>
                      <a:pt x="830316" y="2603500"/>
                    </a:cubicBezTo>
                    <a:lnTo>
                      <a:pt x="830316" y="2532944"/>
                    </a:lnTo>
                    <a:cubicBezTo>
                      <a:pt x="830316" y="2476807"/>
                      <a:pt x="808015" y="2422968"/>
                      <a:pt x="768320" y="2383273"/>
                    </a:cubicBezTo>
                    <a:cubicBezTo>
                      <a:pt x="728625" y="2343578"/>
                      <a:pt x="674787" y="2321277"/>
                      <a:pt x="618649" y="2321277"/>
                    </a:cubicBezTo>
                    <a:close/>
                    <a:moveTo>
                      <a:pt x="399433" y="3291275"/>
                    </a:moveTo>
                    <a:cubicBezTo>
                      <a:pt x="400632" y="3283161"/>
                      <a:pt x="389202" y="3279986"/>
                      <a:pt x="386027" y="3287536"/>
                    </a:cubicBezTo>
                    <a:lnTo>
                      <a:pt x="232005" y="3646875"/>
                    </a:lnTo>
                    <a:cubicBezTo>
                      <a:pt x="209748" y="3698795"/>
                      <a:pt x="158672" y="3732439"/>
                      <a:pt x="102182" y="3732389"/>
                    </a:cubicBezTo>
                    <a:lnTo>
                      <a:pt x="37130" y="3732389"/>
                    </a:lnTo>
                    <a:cubicBezTo>
                      <a:pt x="25266" y="3732399"/>
                      <a:pt x="14190" y="3726445"/>
                      <a:pt x="7655" y="3716543"/>
                    </a:cubicBezTo>
                    <a:cubicBezTo>
                      <a:pt x="1120" y="3706640"/>
                      <a:pt x="0" y="3694116"/>
                      <a:pt x="4675" y="3683211"/>
                    </a:cubicBezTo>
                    <a:lnTo>
                      <a:pt x="195316" y="3238500"/>
                    </a:lnTo>
                    <a:lnTo>
                      <a:pt x="265448" y="3063099"/>
                    </a:lnTo>
                    <a:cubicBezTo>
                      <a:pt x="308318" y="2955961"/>
                      <a:pt x="412094" y="2885714"/>
                      <a:pt x="527491" y="2885722"/>
                    </a:cubicBezTo>
                    <a:lnTo>
                      <a:pt x="709807" y="2885722"/>
                    </a:lnTo>
                    <a:cubicBezTo>
                      <a:pt x="825204" y="2885714"/>
                      <a:pt x="928980" y="2955961"/>
                      <a:pt x="971850" y="3063099"/>
                    </a:cubicBezTo>
                    <a:lnTo>
                      <a:pt x="1041982" y="3238500"/>
                    </a:lnTo>
                    <a:lnTo>
                      <a:pt x="1232553" y="3683211"/>
                    </a:lnTo>
                    <a:cubicBezTo>
                      <a:pt x="1237228" y="3694116"/>
                      <a:pt x="1236108" y="3706640"/>
                      <a:pt x="1229572" y="3716543"/>
                    </a:cubicBezTo>
                    <a:cubicBezTo>
                      <a:pt x="1223037" y="3726445"/>
                      <a:pt x="1211962" y="3732399"/>
                      <a:pt x="1200097" y="3732389"/>
                    </a:cubicBezTo>
                    <a:lnTo>
                      <a:pt x="1135045" y="3732389"/>
                    </a:lnTo>
                    <a:cubicBezTo>
                      <a:pt x="1078607" y="3732382"/>
                      <a:pt x="1027601" y="3698748"/>
                      <a:pt x="1005364" y="3646875"/>
                    </a:cubicBezTo>
                    <a:lnTo>
                      <a:pt x="851341" y="3287536"/>
                    </a:lnTo>
                    <a:cubicBezTo>
                      <a:pt x="848096" y="3279986"/>
                      <a:pt x="836736" y="3283161"/>
                      <a:pt x="837865" y="3291275"/>
                    </a:cubicBezTo>
                    <a:lnTo>
                      <a:pt x="900871" y="3732389"/>
                    </a:lnTo>
                    <a:lnTo>
                      <a:pt x="968252" y="4540885"/>
                    </a:lnTo>
                    <a:cubicBezTo>
                      <a:pt x="969060" y="4550706"/>
                      <a:pt x="965723" y="4560419"/>
                      <a:pt x="959048" y="4567670"/>
                    </a:cubicBezTo>
                    <a:cubicBezTo>
                      <a:pt x="952374" y="4574920"/>
                      <a:pt x="942970" y="4579049"/>
                      <a:pt x="933115" y="4579055"/>
                    </a:cubicBezTo>
                    <a:lnTo>
                      <a:pt x="879281" y="4579055"/>
                    </a:lnTo>
                    <a:cubicBezTo>
                      <a:pt x="810300" y="4579064"/>
                      <a:pt x="751423" y="4529198"/>
                      <a:pt x="740075" y="4461157"/>
                    </a:cubicBezTo>
                    <a:lnTo>
                      <a:pt x="625705" y="3774158"/>
                    </a:lnTo>
                    <a:cubicBezTo>
                      <a:pt x="624364" y="3766255"/>
                      <a:pt x="613075" y="3766255"/>
                      <a:pt x="611735" y="3774158"/>
                    </a:cubicBezTo>
                    <a:lnTo>
                      <a:pt x="497293" y="4461157"/>
                    </a:lnTo>
                    <a:cubicBezTo>
                      <a:pt x="485941" y="4529225"/>
                      <a:pt x="427025" y="4579098"/>
                      <a:pt x="358017" y="4579055"/>
                    </a:cubicBezTo>
                    <a:lnTo>
                      <a:pt x="304183" y="4579055"/>
                    </a:lnTo>
                    <a:cubicBezTo>
                      <a:pt x="294328" y="4579049"/>
                      <a:pt x="284924" y="4574920"/>
                      <a:pt x="278250" y="4567670"/>
                    </a:cubicBezTo>
                    <a:cubicBezTo>
                      <a:pt x="271575" y="4560419"/>
                      <a:pt x="268238" y="4550706"/>
                      <a:pt x="269046" y="4540885"/>
                    </a:cubicBezTo>
                    <a:lnTo>
                      <a:pt x="336427" y="3732389"/>
                    </a:lnTo>
                    <a:lnTo>
                      <a:pt x="399433" y="3291275"/>
                    </a:lnTo>
                    <a:close/>
                    <a:moveTo>
                      <a:pt x="1952149" y="2321277"/>
                    </a:moveTo>
                    <a:cubicBezTo>
                      <a:pt x="1896012" y="2321277"/>
                      <a:pt x="1842173" y="2343578"/>
                      <a:pt x="1802478" y="2383273"/>
                    </a:cubicBezTo>
                    <a:cubicBezTo>
                      <a:pt x="1762783" y="2422968"/>
                      <a:pt x="1740482" y="2476807"/>
                      <a:pt x="1740482" y="2532944"/>
                    </a:cubicBezTo>
                    <a:lnTo>
                      <a:pt x="1740482" y="2603500"/>
                    </a:lnTo>
                    <a:cubicBezTo>
                      <a:pt x="1741003" y="2720031"/>
                      <a:pt x="1835617" y="2814222"/>
                      <a:pt x="1952149" y="2814222"/>
                    </a:cubicBezTo>
                    <a:cubicBezTo>
                      <a:pt x="2068681" y="2814222"/>
                      <a:pt x="2163295" y="2720031"/>
                      <a:pt x="2163816" y="2603500"/>
                    </a:cubicBezTo>
                    <a:lnTo>
                      <a:pt x="2163816" y="2532944"/>
                    </a:lnTo>
                    <a:cubicBezTo>
                      <a:pt x="2163816" y="2476807"/>
                      <a:pt x="2141515" y="2422968"/>
                      <a:pt x="2101820" y="2383273"/>
                    </a:cubicBezTo>
                    <a:cubicBezTo>
                      <a:pt x="2062125" y="2343578"/>
                      <a:pt x="2008286" y="2321277"/>
                      <a:pt x="1952149" y="2321277"/>
                    </a:cubicBezTo>
                    <a:close/>
                    <a:moveTo>
                      <a:pt x="1732933" y="3291275"/>
                    </a:moveTo>
                    <a:cubicBezTo>
                      <a:pt x="1734132" y="3283161"/>
                      <a:pt x="1722702" y="3279986"/>
                      <a:pt x="1719527" y="3287536"/>
                    </a:cubicBezTo>
                    <a:lnTo>
                      <a:pt x="1565505" y="3646875"/>
                    </a:lnTo>
                    <a:cubicBezTo>
                      <a:pt x="1543248" y="3698795"/>
                      <a:pt x="1492172" y="3732439"/>
                      <a:pt x="1435682" y="3732389"/>
                    </a:cubicBezTo>
                    <a:lnTo>
                      <a:pt x="1370630" y="3732389"/>
                    </a:lnTo>
                    <a:cubicBezTo>
                      <a:pt x="1358766" y="3732399"/>
                      <a:pt x="1347690" y="3726445"/>
                      <a:pt x="1341155" y="3716543"/>
                    </a:cubicBezTo>
                    <a:cubicBezTo>
                      <a:pt x="1334620" y="3706640"/>
                      <a:pt x="1333500" y="3694116"/>
                      <a:pt x="1338175" y="3683211"/>
                    </a:cubicBezTo>
                    <a:lnTo>
                      <a:pt x="1528816" y="3238500"/>
                    </a:lnTo>
                    <a:lnTo>
                      <a:pt x="1598948" y="3063099"/>
                    </a:lnTo>
                    <a:cubicBezTo>
                      <a:pt x="1641818" y="2955961"/>
                      <a:pt x="1745594" y="2885714"/>
                      <a:pt x="1860991" y="2885722"/>
                    </a:cubicBezTo>
                    <a:lnTo>
                      <a:pt x="2043307" y="2885722"/>
                    </a:lnTo>
                    <a:cubicBezTo>
                      <a:pt x="2158704" y="2885714"/>
                      <a:pt x="2262480" y="2955961"/>
                      <a:pt x="2305350" y="3063099"/>
                    </a:cubicBezTo>
                    <a:lnTo>
                      <a:pt x="2375482" y="3238500"/>
                    </a:lnTo>
                    <a:lnTo>
                      <a:pt x="2566053" y="3683211"/>
                    </a:lnTo>
                    <a:cubicBezTo>
                      <a:pt x="2570727" y="3694116"/>
                      <a:pt x="2569607" y="3706640"/>
                      <a:pt x="2563072" y="3716543"/>
                    </a:cubicBezTo>
                    <a:cubicBezTo>
                      <a:pt x="2556537" y="3726445"/>
                      <a:pt x="2545462" y="3732399"/>
                      <a:pt x="2533597" y="3732389"/>
                    </a:cubicBezTo>
                    <a:lnTo>
                      <a:pt x="2468545" y="3732389"/>
                    </a:lnTo>
                    <a:cubicBezTo>
                      <a:pt x="2412107" y="3732382"/>
                      <a:pt x="2361101" y="3698748"/>
                      <a:pt x="2338864" y="3646875"/>
                    </a:cubicBezTo>
                    <a:lnTo>
                      <a:pt x="2184841" y="3287536"/>
                    </a:lnTo>
                    <a:cubicBezTo>
                      <a:pt x="2181596" y="3279986"/>
                      <a:pt x="2170236" y="3283161"/>
                      <a:pt x="2171365" y="3291275"/>
                    </a:cubicBezTo>
                    <a:lnTo>
                      <a:pt x="2234371" y="3732389"/>
                    </a:lnTo>
                    <a:lnTo>
                      <a:pt x="2301752" y="4540885"/>
                    </a:lnTo>
                    <a:cubicBezTo>
                      <a:pt x="2302560" y="4550706"/>
                      <a:pt x="2299223" y="4560419"/>
                      <a:pt x="2292548" y="4567670"/>
                    </a:cubicBezTo>
                    <a:cubicBezTo>
                      <a:pt x="2285874" y="4574920"/>
                      <a:pt x="2276470" y="4579049"/>
                      <a:pt x="2266615" y="4579055"/>
                    </a:cubicBezTo>
                    <a:lnTo>
                      <a:pt x="2212781" y="4579055"/>
                    </a:lnTo>
                    <a:cubicBezTo>
                      <a:pt x="2143800" y="4579064"/>
                      <a:pt x="2084923" y="4529198"/>
                      <a:pt x="2073575" y="4461157"/>
                    </a:cubicBezTo>
                    <a:lnTo>
                      <a:pt x="1959205" y="3774158"/>
                    </a:lnTo>
                    <a:cubicBezTo>
                      <a:pt x="1957864" y="3766255"/>
                      <a:pt x="1946575" y="3766255"/>
                      <a:pt x="1945234" y="3774158"/>
                    </a:cubicBezTo>
                    <a:lnTo>
                      <a:pt x="1830793" y="4461157"/>
                    </a:lnTo>
                    <a:cubicBezTo>
                      <a:pt x="1819442" y="4529225"/>
                      <a:pt x="1760525" y="4579098"/>
                      <a:pt x="1691517" y="4579055"/>
                    </a:cubicBezTo>
                    <a:lnTo>
                      <a:pt x="1637683" y="4579055"/>
                    </a:lnTo>
                    <a:cubicBezTo>
                      <a:pt x="1627828" y="4579049"/>
                      <a:pt x="1618424" y="4574920"/>
                      <a:pt x="1611750" y="4567670"/>
                    </a:cubicBezTo>
                    <a:cubicBezTo>
                      <a:pt x="1605075" y="4560419"/>
                      <a:pt x="1601738" y="4550706"/>
                      <a:pt x="1602546" y="4540885"/>
                    </a:cubicBezTo>
                    <a:lnTo>
                      <a:pt x="1669927" y="3732389"/>
                    </a:lnTo>
                    <a:lnTo>
                      <a:pt x="1732933" y="3291275"/>
                    </a:lnTo>
                    <a:close/>
                    <a:moveTo>
                      <a:pt x="3285649" y="2321277"/>
                    </a:moveTo>
                    <a:cubicBezTo>
                      <a:pt x="3229512" y="2321277"/>
                      <a:pt x="3175673" y="2343578"/>
                      <a:pt x="3135978" y="2383273"/>
                    </a:cubicBezTo>
                    <a:cubicBezTo>
                      <a:pt x="3096283" y="2422968"/>
                      <a:pt x="3073982" y="2476807"/>
                      <a:pt x="3073982" y="2532944"/>
                    </a:cubicBezTo>
                    <a:lnTo>
                      <a:pt x="3073982" y="2603500"/>
                    </a:lnTo>
                    <a:cubicBezTo>
                      <a:pt x="3074503" y="2720031"/>
                      <a:pt x="3169117" y="2814222"/>
                      <a:pt x="3285649" y="2814222"/>
                    </a:cubicBezTo>
                    <a:cubicBezTo>
                      <a:pt x="3402181" y="2814222"/>
                      <a:pt x="3496794" y="2720031"/>
                      <a:pt x="3497316" y="2603500"/>
                    </a:cubicBezTo>
                    <a:lnTo>
                      <a:pt x="3497316" y="2532944"/>
                    </a:lnTo>
                    <a:cubicBezTo>
                      <a:pt x="3497316" y="2476807"/>
                      <a:pt x="3475015" y="2422968"/>
                      <a:pt x="3435320" y="2383273"/>
                    </a:cubicBezTo>
                    <a:cubicBezTo>
                      <a:pt x="3395625" y="2343578"/>
                      <a:pt x="3341787" y="2321277"/>
                      <a:pt x="3285649" y="2321277"/>
                    </a:cubicBezTo>
                    <a:close/>
                    <a:moveTo>
                      <a:pt x="3066433" y="3291275"/>
                    </a:moveTo>
                    <a:cubicBezTo>
                      <a:pt x="3067632" y="3283161"/>
                      <a:pt x="3056202" y="3279986"/>
                      <a:pt x="3053027" y="3287536"/>
                    </a:cubicBezTo>
                    <a:lnTo>
                      <a:pt x="2899005" y="3646875"/>
                    </a:lnTo>
                    <a:cubicBezTo>
                      <a:pt x="2876748" y="3698795"/>
                      <a:pt x="2825672" y="3732439"/>
                      <a:pt x="2769182" y="3732389"/>
                    </a:cubicBezTo>
                    <a:lnTo>
                      <a:pt x="2704130" y="3732389"/>
                    </a:lnTo>
                    <a:cubicBezTo>
                      <a:pt x="2692266" y="3732399"/>
                      <a:pt x="2681190" y="3726445"/>
                      <a:pt x="2674655" y="3716543"/>
                    </a:cubicBezTo>
                    <a:cubicBezTo>
                      <a:pt x="2668120" y="3706640"/>
                      <a:pt x="2667000" y="3694116"/>
                      <a:pt x="2671675" y="3683211"/>
                    </a:cubicBezTo>
                    <a:lnTo>
                      <a:pt x="2862316" y="3238500"/>
                    </a:lnTo>
                    <a:lnTo>
                      <a:pt x="2932448" y="3063099"/>
                    </a:lnTo>
                    <a:cubicBezTo>
                      <a:pt x="2975318" y="2955961"/>
                      <a:pt x="3079094" y="2885714"/>
                      <a:pt x="3194491" y="2885722"/>
                    </a:cubicBezTo>
                    <a:lnTo>
                      <a:pt x="3376807" y="2885722"/>
                    </a:lnTo>
                    <a:cubicBezTo>
                      <a:pt x="3492203" y="2885714"/>
                      <a:pt x="3595980" y="2955960"/>
                      <a:pt x="3638850" y="3063099"/>
                    </a:cubicBezTo>
                    <a:lnTo>
                      <a:pt x="3708982" y="3238500"/>
                    </a:lnTo>
                    <a:lnTo>
                      <a:pt x="3899553" y="3683211"/>
                    </a:lnTo>
                    <a:cubicBezTo>
                      <a:pt x="3904228" y="3694116"/>
                      <a:pt x="3903108" y="3706640"/>
                      <a:pt x="3896572" y="3716543"/>
                    </a:cubicBezTo>
                    <a:cubicBezTo>
                      <a:pt x="3890037" y="3726445"/>
                      <a:pt x="3878962" y="3732399"/>
                      <a:pt x="3867097" y="3732389"/>
                    </a:cubicBezTo>
                    <a:lnTo>
                      <a:pt x="3802045" y="3732389"/>
                    </a:lnTo>
                    <a:cubicBezTo>
                      <a:pt x="3745607" y="3732382"/>
                      <a:pt x="3694601" y="3698748"/>
                      <a:pt x="3672364" y="3646875"/>
                    </a:cubicBezTo>
                    <a:lnTo>
                      <a:pt x="3518341" y="3287536"/>
                    </a:lnTo>
                    <a:cubicBezTo>
                      <a:pt x="3515096" y="3279986"/>
                      <a:pt x="3503736" y="3283161"/>
                      <a:pt x="3504865" y="3291275"/>
                    </a:cubicBezTo>
                    <a:lnTo>
                      <a:pt x="3567871" y="3732389"/>
                    </a:lnTo>
                    <a:lnTo>
                      <a:pt x="3635252" y="4540885"/>
                    </a:lnTo>
                    <a:cubicBezTo>
                      <a:pt x="3636060" y="4550706"/>
                      <a:pt x="3632722" y="4560419"/>
                      <a:pt x="3626048" y="4567670"/>
                    </a:cubicBezTo>
                    <a:cubicBezTo>
                      <a:pt x="3619374" y="4574920"/>
                      <a:pt x="3609970" y="4579049"/>
                      <a:pt x="3600115" y="4579055"/>
                    </a:cubicBezTo>
                    <a:lnTo>
                      <a:pt x="3546281" y="4579055"/>
                    </a:lnTo>
                    <a:cubicBezTo>
                      <a:pt x="3477300" y="4579064"/>
                      <a:pt x="3418423" y="4529198"/>
                      <a:pt x="3407075" y="4461157"/>
                    </a:cubicBezTo>
                    <a:lnTo>
                      <a:pt x="3292704" y="3774158"/>
                    </a:lnTo>
                    <a:cubicBezTo>
                      <a:pt x="3291364" y="3766255"/>
                      <a:pt x="3280075" y="3766255"/>
                      <a:pt x="3278735" y="3774158"/>
                    </a:cubicBezTo>
                    <a:lnTo>
                      <a:pt x="3164293" y="4461157"/>
                    </a:lnTo>
                    <a:cubicBezTo>
                      <a:pt x="3152942" y="4529225"/>
                      <a:pt x="3094025" y="4579098"/>
                      <a:pt x="3025017" y="4579055"/>
                    </a:cubicBezTo>
                    <a:lnTo>
                      <a:pt x="2971183" y="4579055"/>
                    </a:lnTo>
                    <a:cubicBezTo>
                      <a:pt x="2961328" y="4579049"/>
                      <a:pt x="2951924" y="4574920"/>
                      <a:pt x="2945250" y="4567670"/>
                    </a:cubicBezTo>
                    <a:cubicBezTo>
                      <a:pt x="2938575" y="4560419"/>
                      <a:pt x="2935238" y="4550706"/>
                      <a:pt x="2936046" y="4540885"/>
                    </a:cubicBezTo>
                    <a:lnTo>
                      <a:pt x="3003427" y="3732389"/>
                    </a:lnTo>
                    <a:lnTo>
                      <a:pt x="3066433" y="3291275"/>
                    </a:lnTo>
                    <a:close/>
                    <a:moveTo>
                      <a:pt x="4619149" y="2321277"/>
                    </a:moveTo>
                    <a:cubicBezTo>
                      <a:pt x="4563011" y="2321277"/>
                      <a:pt x="4509173" y="2343578"/>
                      <a:pt x="4469478" y="2383273"/>
                    </a:cubicBezTo>
                    <a:cubicBezTo>
                      <a:pt x="4429783" y="2422968"/>
                      <a:pt x="4407482" y="2476807"/>
                      <a:pt x="4407482" y="2532944"/>
                    </a:cubicBezTo>
                    <a:lnTo>
                      <a:pt x="4407482" y="2603500"/>
                    </a:lnTo>
                    <a:cubicBezTo>
                      <a:pt x="4408004" y="2720031"/>
                      <a:pt x="4502617" y="2814222"/>
                      <a:pt x="4619149" y="2814222"/>
                    </a:cubicBezTo>
                    <a:cubicBezTo>
                      <a:pt x="4735681" y="2814222"/>
                      <a:pt x="4830294" y="2720031"/>
                      <a:pt x="4830816" y="2603500"/>
                    </a:cubicBezTo>
                    <a:lnTo>
                      <a:pt x="4830816" y="2532944"/>
                    </a:lnTo>
                    <a:cubicBezTo>
                      <a:pt x="4830816" y="2476807"/>
                      <a:pt x="4808515" y="2422968"/>
                      <a:pt x="4768820" y="2383273"/>
                    </a:cubicBezTo>
                    <a:cubicBezTo>
                      <a:pt x="4729125" y="2343578"/>
                      <a:pt x="4675287" y="2321277"/>
                      <a:pt x="4619149" y="2321277"/>
                    </a:cubicBezTo>
                    <a:close/>
                    <a:moveTo>
                      <a:pt x="4399933" y="3291275"/>
                    </a:moveTo>
                    <a:cubicBezTo>
                      <a:pt x="4401132" y="3283161"/>
                      <a:pt x="4389702" y="3279986"/>
                      <a:pt x="4386527" y="3287536"/>
                    </a:cubicBezTo>
                    <a:lnTo>
                      <a:pt x="4232504" y="3646875"/>
                    </a:lnTo>
                    <a:cubicBezTo>
                      <a:pt x="4210248" y="3698795"/>
                      <a:pt x="4159172" y="3732439"/>
                      <a:pt x="4102682" y="3732389"/>
                    </a:cubicBezTo>
                    <a:lnTo>
                      <a:pt x="4037630" y="3732389"/>
                    </a:lnTo>
                    <a:cubicBezTo>
                      <a:pt x="4025766" y="3732399"/>
                      <a:pt x="4014691" y="3726445"/>
                      <a:pt x="4008155" y="3716543"/>
                    </a:cubicBezTo>
                    <a:cubicBezTo>
                      <a:pt x="4001620" y="3706640"/>
                      <a:pt x="4000500" y="3694116"/>
                      <a:pt x="4005174" y="3683211"/>
                    </a:cubicBezTo>
                    <a:lnTo>
                      <a:pt x="4195816" y="3238500"/>
                    </a:lnTo>
                    <a:lnTo>
                      <a:pt x="4265948" y="3063099"/>
                    </a:lnTo>
                    <a:cubicBezTo>
                      <a:pt x="4308818" y="2955961"/>
                      <a:pt x="4412595" y="2885714"/>
                      <a:pt x="4527991" y="2885722"/>
                    </a:cubicBezTo>
                    <a:lnTo>
                      <a:pt x="4710307" y="2885722"/>
                    </a:lnTo>
                    <a:cubicBezTo>
                      <a:pt x="4825703" y="2885714"/>
                      <a:pt x="4929480" y="2955960"/>
                      <a:pt x="4972350" y="3063099"/>
                    </a:cubicBezTo>
                    <a:lnTo>
                      <a:pt x="5042482" y="3238500"/>
                    </a:lnTo>
                    <a:lnTo>
                      <a:pt x="5233053" y="3683211"/>
                    </a:lnTo>
                    <a:cubicBezTo>
                      <a:pt x="5237728" y="3694116"/>
                      <a:pt x="5236608" y="3706640"/>
                      <a:pt x="5230072" y="3716543"/>
                    </a:cubicBezTo>
                    <a:cubicBezTo>
                      <a:pt x="5223537" y="3726445"/>
                      <a:pt x="5212462" y="3732399"/>
                      <a:pt x="5200597" y="3732389"/>
                    </a:cubicBezTo>
                    <a:lnTo>
                      <a:pt x="5135545" y="3732389"/>
                    </a:lnTo>
                    <a:cubicBezTo>
                      <a:pt x="5079107" y="3732382"/>
                      <a:pt x="5028101" y="3698748"/>
                      <a:pt x="5005864" y="3646875"/>
                    </a:cubicBezTo>
                    <a:lnTo>
                      <a:pt x="4851841" y="3287536"/>
                    </a:lnTo>
                    <a:cubicBezTo>
                      <a:pt x="4848596" y="3279986"/>
                      <a:pt x="4837236" y="3283161"/>
                      <a:pt x="4838365" y="3291275"/>
                    </a:cubicBezTo>
                    <a:lnTo>
                      <a:pt x="4901371" y="3732389"/>
                    </a:lnTo>
                    <a:lnTo>
                      <a:pt x="4968752" y="4540885"/>
                    </a:lnTo>
                    <a:cubicBezTo>
                      <a:pt x="4969560" y="4550706"/>
                      <a:pt x="4966222" y="4560419"/>
                      <a:pt x="4959548" y="4567670"/>
                    </a:cubicBezTo>
                    <a:cubicBezTo>
                      <a:pt x="4952874" y="4574920"/>
                      <a:pt x="4943470" y="4579049"/>
                      <a:pt x="4933615" y="4579055"/>
                    </a:cubicBezTo>
                    <a:lnTo>
                      <a:pt x="4879781" y="4579055"/>
                    </a:lnTo>
                    <a:cubicBezTo>
                      <a:pt x="4810800" y="4579064"/>
                      <a:pt x="4751923" y="4529198"/>
                      <a:pt x="4740575" y="4461157"/>
                    </a:cubicBezTo>
                    <a:lnTo>
                      <a:pt x="4626204" y="3774158"/>
                    </a:lnTo>
                    <a:cubicBezTo>
                      <a:pt x="4624864" y="3766255"/>
                      <a:pt x="4613575" y="3766255"/>
                      <a:pt x="4612235" y="3774158"/>
                    </a:cubicBezTo>
                    <a:lnTo>
                      <a:pt x="4497794" y="4461157"/>
                    </a:lnTo>
                    <a:cubicBezTo>
                      <a:pt x="4486442" y="4529225"/>
                      <a:pt x="4427525" y="4579098"/>
                      <a:pt x="4358517" y="4579055"/>
                    </a:cubicBezTo>
                    <a:lnTo>
                      <a:pt x="4304683" y="4579055"/>
                    </a:lnTo>
                    <a:cubicBezTo>
                      <a:pt x="4294828" y="4579049"/>
                      <a:pt x="4285424" y="4574920"/>
                      <a:pt x="4278750" y="4567670"/>
                    </a:cubicBezTo>
                    <a:cubicBezTo>
                      <a:pt x="4272076" y="4560419"/>
                      <a:pt x="4268738" y="4550706"/>
                      <a:pt x="4269546" y="4540885"/>
                    </a:cubicBezTo>
                    <a:lnTo>
                      <a:pt x="4336927" y="3732389"/>
                    </a:lnTo>
                    <a:lnTo>
                      <a:pt x="4399933" y="3291275"/>
                    </a:lnTo>
                    <a:close/>
                  </a:path>
                </a:pathLst>
              </a:custGeom>
              <a:solidFill>
                <a:srgbClr val="FFDE59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</p:grpSp>
      <p:grpSp>
        <p:nvGrpSpPr>
          <p:cNvPr id="18" name="Group 18"/>
          <p:cNvGrpSpPr/>
          <p:nvPr/>
        </p:nvGrpSpPr>
        <p:grpSpPr>
          <a:xfrm>
            <a:off x="8386158" y="17452046"/>
            <a:ext cx="5391313" cy="4266100"/>
            <a:chOff x="0" y="0"/>
            <a:chExt cx="7188417" cy="5688134"/>
          </a:xfrm>
        </p:grpSpPr>
        <p:sp>
          <p:nvSpPr>
            <p:cNvPr id="19" name="TextBox 19"/>
            <p:cNvSpPr txBox="1"/>
            <p:nvPr/>
          </p:nvSpPr>
          <p:spPr>
            <a:xfrm>
              <a:off x="533366" y="5355094"/>
              <a:ext cx="1497386" cy="3330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Item 1</a:t>
              </a:r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2252588" y="5355094"/>
              <a:ext cx="1497386" cy="3330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Item 2</a:t>
              </a:r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3971809" y="5355094"/>
              <a:ext cx="1497386" cy="3330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Item 3</a:t>
              </a: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5691030" y="5355094"/>
              <a:ext cx="1497386" cy="3330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Item 4</a:t>
              </a:r>
            </a:p>
          </p:txBody>
        </p:sp>
        <p:grpSp>
          <p:nvGrpSpPr>
            <p:cNvPr id="23" name="Group 23"/>
            <p:cNvGrpSpPr>
              <a:grpSpLocks noChangeAspect="1"/>
            </p:cNvGrpSpPr>
            <p:nvPr/>
          </p:nvGrpSpPr>
          <p:grpSpPr>
            <a:xfrm>
              <a:off x="533366" y="152232"/>
              <a:ext cx="6655051" cy="5103587"/>
              <a:chOff x="0" y="0"/>
              <a:chExt cx="18697287" cy="14338469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-6350"/>
                <a:ext cx="18697287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8697287" h="12700">
                    <a:moveTo>
                      <a:pt x="0" y="0"/>
                    </a:moveTo>
                    <a:lnTo>
                      <a:pt x="18697287" y="0"/>
                    </a:lnTo>
                    <a:lnTo>
                      <a:pt x="18697287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403B3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5" name="Freeform 25"/>
              <p:cNvSpPr/>
              <p:nvPr/>
            </p:nvSpPr>
            <p:spPr>
              <a:xfrm>
                <a:off x="0" y="3578267"/>
                <a:ext cx="18697287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8697287" h="12700">
                    <a:moveTo>
                      <a:pt x="0" y="0"/>
                    </a:moveTo>
                    <a:lnTo>
                      <a:pt x="18697287" y="0"/>
                    </a:lnTo>
                    <a:lnTo>
                      <a:pt x="18697287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403B3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Freeform 26"/>
              <p:cNvSpPr/>
              <p:nvPr/>
            </p:nvSpPr>
            <p:spPr>
              <a:xfrm>
                <a:off x="0" y="7162884"/>
                <a:ext cx="18697287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8697287" h="12700">
                    <a:moveTo>
                      <a:pt x="0" y="0"/>
                    </a:moveTo>
                    <a:lnTo>
                      <a:pt x="18697287" y="0"/>
                    </a:lnTo>
                    <a:lnTo>
                      <a:pt x="18697287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403B3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7" name="Freeform 27"/>
              <p:cNvSpPr/>
              <p:nvPr/>
            </p:nvSpPr>
            <p:spPr>
              <a:xfrm>
                <a:off x="0" y="10747501"/>
                <a:ext cx="18697287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8697287" h="12700">
                    <a:moveTo>
                      <a:pt x="0" y="0"/>
                    </a:moveTo>
                    <a:lnTo>
                      <a:pt x="18697287" y="0"/>
                    </a:lnTo>
                    <a:lnTo>
                      <a:pt x="18697287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403B3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8" name="Freeform 28"/>
              <p:cNvSpPr/>
              <p:nvPr/>
            </p:nvSpPr>
            <p:spPr>
              <a:xfrm>
                <a:off x="0" y="14332119"/>
                <a:ext cx="18697287" cy="12700"/>
              </a:xfrm>
              <a:custGeom>
                <a:avLst/>
                <a:gdLst/>
                <a:ahLst/>
                <a:cxnLst/>
                <a:rect l="l" t="t" r="r" b="b"/>
                <a:pathLst>
                  <a:path w="18697287" h="12700">
                    <a:moveTo>
                      <a:pt x="0" y="0"/>
                    </a:moveTo>
                    <a:lnTo>
                      <a:pt x="18697287" y="0"/>
                    </a:lnTo>
                    <a:lnTo>
                      <a:pt x="18697287" y="12700"/>
                    </a:lnTo>
                    <a:lnTo>
                      <a:pt x="0" y="12700"/>
                    </a:lnTo>
                    <a:close/>
                  </a:path>
                </a:pathLst>
              </a:custGeom>
              <a:solidFill>
                <a:srgbClr val="403B3B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29" name="TextBox 29"/>
            <p:cNvSpPr txBox="1"/>
            <p:nvPr/>
          </p:nvSpPr>
          <p:spPr>
            <a:xfrm>
              <a:off x="0" y="-28575"/>
              <a:ext cx="405517" cy="3330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20 </a:t>
              </a:r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1247322"/>
              <a:ext cx="405517" cy="3330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15 </a:t>
              </a:r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2523219"/>
              <a:ext cx="405517" cy="3330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10 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3799115"/>
              <a:ext cx="405517" cy="3330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 </a:t>
              </a:r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5075012"/>
              <a:ext cx="405517" cy="33304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r">
                <a:lnSpc>
                  <a:spcPts val="2114"/>
                </a:lnSpc>
              </a:pPr>
              <a:r>
                <a:rPr lang="en-US" sz="1510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0 </a:t>
              </a:r>
            </a:p>
          </p:txBody>
        </p:sp>
        <p:grpSp>
          <p:nvGrpSpPr>
            <p:cNvPr id="34" name="Group 34"/>
            <p:cNvGrpSpPr>
              <a:grpSpLocks noChangeAspect="1"/>
            </p:cNvGrpSpPr>
            <p:nvPr/>
          </p:nvGrpSpPr>
          <p:grpSpPr>
            <a:xfrm>
              <a:off x="533366" y="152232"/>
              <a:ext cx="6655051" cy="5103587"/>
              <a:chOff x="0" y="0"/>
              <a:chExt cx="18697287" cy="14338469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14338469"/>
                <a:ext cx="1385363" cy="0"/>
              </a:xfrm>
              <a:custGeom>
                <a:avLst/>
                <a:gdLst/>
                <a:ahLst/>
                <a:cxnLst/>
                <a:rect l="l" t="t" r="r" b="b"/>
                <a:pathLst>
                  <a:path w="1385363">
                    <a:moveTo>
                      <a:pt x="0" y="0"/>
                    </a:moveTo>
                    <a:lnTo>
                      <a:pt x="0" y="0"/>
                    </a:lnTo>
                    <a:lnTo>
                      <a:pt x="1385363" y="0"/>
                    </a:lnTo>
                    <a:lnTo>
                      <a:pt x="1385363" y="0"/>
                    </a:lnTo>
                    <a:close/>
                  </a:path>
                </a:pathLst>
              </a:custGeom>
              <a:solidFill>
                <a:srgbClr val="5E17E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Freeform 36"/>
              <p:cNvSpPr/>
              <p:nvPr/>
            </p:nvSpPr>
            <p:spPr>
              <a:xfrm>
                <a:off x="4830133" y="8596731"/>
                <a:ext cx="1385363" cy="5741738"/>
              </a:xfrm>
              <a:custGeom>
                <a:avLst/>
                <a:gdLst/>
                <a:ahLst/>
                <a:cxnLst/>
                <a:rect l="l" t="t" r="r" b="b"/>
                <a:pathLst>
                  <a:path w="1385363" h="5741738">
                    <a:moveTo>
                      <a:pt x="0" y="5741738"/>
                    </a:moveTo>
                    <a:lnTo>
                      <a:pt x="0" y="110829"/>
                    </a:lnTo>
                    <a:cubicBezTo>
                      <a:pt x="0" y="49620"/>
                      <a:pt x="49620" y="0"/>
                      <a:pt x="110829" y="0"/>
                    </a:cubicBezTo>
                    <a:lnTo>
                      <a:pt x="1274534" y="0"/>
                    </a:lnTo>
                    <a:cubicBezTo>
                      <a:pt x="1303927" y="0"/>
                      <a:pt x="1332117" y="11677"/>
                      <a:pt x="1352902" y="32461"/>
                    </a:cubicBezTo>
                    <a:cubicBezTo>
                      <a:pt x="1373686" y="53246"/>
                      <a:pt x="1385363" y="81435"/>
                      <a:pt x="1385363" y="110829"/>
                    </a:cubicBezTo>
                    <a:lnTo>
                      <a:pt x="1385363" y="5741738"/>
                    </a:lnTo>
                    <a:close/>
                  </a:path>
                </a:pathLst>
              </a:custGeom>
              <a:solidFill>
                <a:srgbClr val="5E17E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Freeform 37"/>
              <p:cNvSpPr/>
              <p:nvPr/>
            </p:nvSpPr>
            <p:spPr>
              <a:xfrm>
                <a:off x="9660265" y="3578267"/>
                <a:ext cx="1385363" cy="10760202"/>
              </a:xfrm>
              <a:custGeom>
                <a:avLst/>
                <a:gdLst/>
                <a:ahLst/>
                <a:cxnLst/>
                <a:rect l="l" t="t" r="r" b="b"/>
                <a:pathLst>
                  <a:path w="1385363" h="10760202">
                    <a:moveTo>
                      <a:pt x="0" y="10760202"/>
                    </a:moveTo>
                    <a:lnTo>
                      <a:pt x="0" y="110829"/>
                    </a:lnTo>
                    <a:cubicBezTo>
                      <a:pt x="0" y="49620"/>
                      <a:pt x="49620" y="0"/>
                      <a:pt x="110829" y="0"/>
                    </a:cubicBezTo>
                    <a:lnTo>
                      <a:pt x="1274534" y="0"/>
                    </a:lnTo>
                    <a:cubicBezTo>
                      <a:pt x="1335744" y="0"/>
                      <a:pt x="1385363" y="49620"/>
                      <a:pt x="1385363" y="110829"/>
                    </a:cubicBezTo>
                    <a:lnTo>
                      <a:pt x="1385363" y="10760202"/>
                    </a:lnTo>
                    <a:close/>
                  </a:path>
                </a:pathLst>
              </a:custGeom>
              <a:solidFill>
                <a:srgbClr val="5E17E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8" name="Freeform 38"/>
              <p:cNvSpPr/>
              <p:nvPr/>
            </p:nvSpPr>
            <p:spPr>
              <a:xfrm>
                <a:off x="14490398" y="1427497"/>
                <a:ext cx="1385364" cy="12910972"/>
              </a:xfrm>
              <a:custGeom>
                <a:avLst/>
                <a:gdLst/>
                <a:ahLst/>
                <a:cxnLst/>
                <a:rect l="l" t="t" r="r" b="b"/>
                <a:pathLst>
                  <a:path w="1385364" h="12910972">
                    <a:moveTo>
                      <a:pt x="0" y="12910972"/>
                    </a:moveTo>
                    <a:lnTo>
                      <a:pt x="0" y="110829"/>
                    </a:lnTo>
                    <a:cubicBezTo>
                      <a:pt x="0" y="49620"/>
                      <a:pt x="49620" y="0"/>
                      <a:pt x="110829" y="0"/>
                    </a:cubicBezTo>
                    <a:lnTo>
                      <a:pt x="1274534" y="0"/>
                    </a:lnTo>
                    <a:cubicBezTo>
                      <a:pt x="1335743" y="0"/>
                      <a:pt x="1385363" y="49620"/>
                      <a:pt x="1385363" y="110829"/>
                    </a:cubicBezTo>
                    <a:lnTo>
                      <a:pt x="1385363" y="12910972"/>
                    </a:lnTo>
                    <a:close/>
                  </a:path>
                </a:pathLst>
              </a:custGeom>
              <a:solidFill>
                <a:srgbClr val="5E17EB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Freeform 39"/>
              <p:cNvSpPr/>
              <p:nvPr/>
            </p:nvSpPr>
            <p:spPr>
              <a:xfrm>
                <a:off x="1410763" y="10741151"/>
                <a:ext cx="1385363" cy="3597318"/>
              </a:xfrm>
              <a:custGeom>
                <a:avLst/>
                <a:gdLst/>
                <a:ahLst/>
                <a:cxnLst/>
                <a:rect l="l" t="t" r="r" b="b"/>
                <a:pathLst>
                  <a:path w="1385363" h="3597318">
                    <a:moveTo>
                      <a:pt x="0" y="3597318"/>
                    </a:moveTo>
                    <a:lnTo>
                      <a:pt x="0" y="110829"/>
                    </a:lnTo>
                    <a:cubicBezTo>
                      <a:pt x="0" y="49620"/>
                      <a:pt x="49620" y="0"/>
                      <a:pt x="110829" y="0"/>
                    </a:cubicBezTo>
                    <a:lnTo>
                      <a:pt x="1274534" y="0"/>
                    </a:lnTo>
                    <a:cubicBezTo>
                      <a:pt x="1335743" y="0"/>
                      <a:pt x="1385363" y="49620"/>
                      <a:pt x="1385363" y="110829"/>
                    </a:cubicBezTo>
                    <a:lnTo>
                      <a:pt x="1385363" y="3597318"/>
                    </a:lnTo>
                    <a:close/>
                  </a:path>
                </a:pathLst>
              </a:custGeom>
              <a:solidFill>
                <a:srgbClr val="8C52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0" name="Freeform 40"/>
              <p:cNvSpPr/>
              <p:nvPr/>
            </p:nvSpPr>
            <p:spPr>
              <a:xfrm>
                <a:off x="6240896" y="8596731"/>
                <a:ext cx="1385364" cy="5741738"/>
              </a:xfrm>
              <a:custGeom>
                <a:avLst/>
                <a:gdLst/>
                <a:ahLst/>
                <a:cxnLst/>
                <a:rect l="l" t="t" r="r" b="b"/>
                <a:pathLst>
                  <a:path w="1385364" h="5741738">
                    <a:moveTo>
                      <a:pt x="0" y="5741738"/>
                    </a:moveTo>
                    <a:lnTo>
                      <a:pt x="0" y="110829"/>
                    </a:lnTo>
                    <a:cubicBezTo>
                      <a:pt x="0" y="49620"/>
                      <a:pt x="49620" y="0"/>
                      <a:pt x="110829" y="0"/>
                    </a:cubicBezTo>
                    <a:lnTo>
                      <a:pt x="1274534" y="0"/>
                    </a:lnTo>
                    <a:cubicBezTo>
                      <a:pt x="1303927" y="0"/>
                      <a:pt x="1332118" y="11676"/>
                      <a:pt x="1352902" y="32461"/>
                    </a:cubicBezTo>
                    <a:cubicBezTo>
                      <a:pt x="1373687" y="53246"/>
                      <a:pt x="1385363" y="81435"/>
                      <a:pt x="1385363" y="110829"/>
                    </a:cubicBezTo>
                    <a:lnTo>
                      <a:pt x="1385363" y="5741738"/>
                    </a:lnTo>
                    <a:close/>
                  </a:path>
                </a:pathLst>
              </a:custGeom>
              <a:solidFill>
                <a:srgbClr val="8C52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Freeform 41"/>
              <p:cNvSpPr/>
              <p:nvPr/>
            </p:nvSpPr>
            <p:spPr>
              <a:xfrm>
                <a:off x="11071028" y="7165001"/>
                <a:ext cx="1385364" cy="7173468"/>
              </a:xfrm>
              <a:custGeom>
                <a:avLst/>
                <a:gdLst/>
                <a:ahLst/>
                <a:cxnLst/>
                <a:rect l="l" t="t" r="r" b="b"/>
                <a:pathLst>
                  <a:path w="1385364" h="7173468">
                    <a:moveTo>
                      <a:pt x="0" y="7173468"/>
                    </a:moveTo>
                    <a:lnTo>
                      <a:pt x="0" y="110829"/>
                    </a:lnTo>
                    <a:cubicBezTo>
                      <a:pt x="0" y="81436"/>
                      <a:pt x="11676" y="53245"/>
                      <a:pt x="32461" y="32461"/>
                    </a:cubicBezTo>
                    <a:cubicBezTo>
                      <a:pt x="53246" y="11676"/>
                      <a:pt x="81435" y="0"/>
                      <a:pt x="110829" y="0"/>
                    </a:cubicBezTo>
                    <a:lnTo>
                      <a:pt x="1274535" y="0"/>
                    </a:lnTo>
                    <a:cubicBezTo>
                      <a:pt x="1303928" y="0"/>
                      <a:pt x="1332118" y="11676"/>
                      <a:pt x="1352903" y="32461"/>
                    </a:cubicBezTo>
                    <a:cubicBezTo>
                      <a:pt x="1373688" y="53245"/>
                      <a:pt x="1385364" y="81436"/>
                      <a:pt x="1385364" y="110829"/>
                    </a:cubicBezTo>
                    <a:lnTo>
                      <a:pt x="1385364" y="7173468"/>
                    </a:lnTo>
                    <a:close/>
                  </a:path>
                </a:pathLst>
              </a:custGeom>
              <a:solidFill>
                <a:srgbClr val="8C52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Freeform 42"/>
              <p:cNvSpPr/>
              <p:nvPr/>
            </p:nvSpPr>
            <p:spPr>
              <a:xfrm>
                <a:off x="15901161" y="4296601"/>
                <a:ext cx="1385364" cy="10041868"/>
              </a:xfrm>
              <a:custGeom>
                <a:avLst/>
                <a:gdLst/>
                <a:ahLst/>
                <a:cxnLst/>
                <a:rect l="l" t="t" r="r" b="b"/>
                <a:pathLst>
                  <a:path w="1385364" h="10041868">
                    <a:moveTo>
                      <a:pt x="0" y="10041868"/>
                    </a:moveTo>
                    <a:lnTo>
                      <a:pt x="0" y="110830"/>
                    </a:lnTo>
                    <a:cubicBezTo>
                      <a:pt x="0" y="49621"/>
                      <a:pt x="49620" y="1"/>
                      <a:pt x="110829" y="1"/>
                    </a:cubicBezTo>
                    <a:lnTo>
                      <a:pt x="1274533" y="1"/>
                    </a:lnTo>
                    <a:cubicBezTo>
                      <a:pt x="1303927" y="0"/>
                      <a:pt x="1332117" y="11677"/>
                      <a:pt x="1352902" y="32461"/>
                    </a:cubicBezTo>
                    <a:cubicBezTo>
                      <a:pt x="1373687" y="53246"/>
                      <a:pt x="1385364" y="81436"/>
                      <a:pt x="1385364" y="110830"/>
                    </a:cubicBezTo>
                    <a:lnTo>
                      <a:pt x="1385364" y="10041868"/>
                    </a:lnTo>
                    <a:close/>
                  </a:path>
                </a:pathLst>
              </a:custGeom>
              <a:solidFill>
                <a:srgbClr val="8C52F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3" name="Freeform 43"/>
              <p:cNvSpPr/>
              <p:nvPr/>
            </p:nvSpPr>
            <p:spPr>
              <a:xfrm>
                <a:off x="2821526" y="10741151"/>
                <a:ext cx="1385363" cy="3597318"/>
              </a:xfrm>
              <a:custGeom>
                <a:avLst/>
                <a:gdLst/>
                <a:ahLst/>
                <a:cxnLst/>
                <a:rect l="l" t="t" r="r" b="b"/>
                <a:pathLst>
                  <a:path w="1385363" h="3597318">
                    <a:moveTo>
                      <a:pt x="0" y="3597318"/>
                    </a:moveTo>
                    <a:lnTo>
                      <a:pt x="0" y="110829"/>
                    </a:lnTo>
                    <a:cubicBezTo>
                      <a:pt x="0" y="49620"/>
                      <a:pt x="49620" y="0"/>
                      <a:pt x="110830" y="0"/>
                    </a:cubicBezTo>
                    <a:lnTo>
                      <a:pt x="1274534" y="0"/>
                    </a:lnTo>
                    <a:cubicBezTo>
                      <a:pt x="1303928" y="0"/>
                      <a:pt x="1332118" y="11677"/>
                      <a:pt x="1352903" y="32461"/>
                    </a:cubicBezTo>
                    <a:cubicBezTo>
                      <a:pt x="1373687" y="53246"/>
                      <a:pt x="1385364" y="81436"/>
                      <a:pt x="1385364" y="110829"/>
                    </a:cubicBezTo>
                    <a:lnTo>
                      <a:pt x="1385364" y="3597318"/>
                    </a:lnTo>
                    <a:close/>
                  </a:path>
                </a:pathLst>
              </a:custGeom>
              <a:solidFill>
                <a:srgbClr val="CB6CE6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Freeform 44"/>
              <p:cNvSpPr/>
              <p:nvPr/>
            </p:nvSpPr>
            <p:spPr>
              <a:xfrm>
                <a:off x="7651659" y="11467600"/>
                <a:ext cx="1385363" cy="2870869"/>
              </a:xfrm>
              <a:custGeom>
                <a:avLst/>
                <a:gdLst/>
                <a:ahLst/>
                <a:cxnLst/>
                <a:rect l="l" t="t" r="r" b="b"/>
                <a:pathLst>
                  <a:path w="1385363" h="2870869">
                    <a:moveTo>
                      <a:pt x="0" y="2870869"/>
                    </a:moveTo>
                    <a:lnTo>
                      <a:pt x="0" y="110829"/>
                    </a:lnTo>
                    <a:cubicBezTo>
                      <a:pt x="0" y="49619"/>
                      <a:pt x="49620" y="0"/>
                      <a:pt x="110829" y="0"/>
                    </a:cubicBezTo>
                    <a:lnTo>
                      <a:pt x="1274534" y="0"/>
                    </a:lnTo>
                    <a:cubicBezTo>
                      <a:pt x="1335744" y="0"/>
                      <a:pt x="1385363" y="49619"/>
                      <a:pt x="1385363" y="110829"/>
                    </a:cubicBezTo>
                    <a:lnTo>
                      <a:pt x="1385363" y="2870869"/>
                    </a:lnTo>
                    <a:close/>
                  </a:path>
                </a:pathLst>
              </a:custGeom>
              <a:solidFill>
                <a:srgbClr val="CB6CE6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5" name="Freeform 45"/>
              <p:cNvSpPr/>
              <p:nvPr/>
            </p:nvSpPr>
            <p:spPr>
              <a:xfrm>
                <a:off x="12481792" y="10751734"/>
                <a:ext cx="1385364" cy="3586735"/>
              </a:xfrm>
              <a:custGeom>
                <a:avLst/>
                <a:gdLst/>
                <a:ahLst/>
                <a:cxnLst/>
                <a:rect l="l" t="t" r="r" b="b"/>
                <a:pathLst>
                  <a:path w="1385364" h="3586735">
                    <a:moveTo>
                      <a:pt x="0" y="3586735"/>
                    </a:moveTo>
                    <a:lnTo>
                      <a:pt x="0" y="110830"/>
                    </a:lnTo>
                    <a:cubicBezTo>
                      <a:pt x="0" y="81437"/>
                      <a:pt x="11676" y="53246"/>
                      <a:pt x="32460" y="32462"/>
                    </a:cubicBezTo>
                    <a:cubicBezTo>
                      <a:pt x="53245" y="11677"/>
                      <a:pt x="81435" y="0"/>
                      <a:pt x="110829" y="0"/>
                    </a:cubicBezTo>
                    <a:lnTo>
                      <a:pt x="1274534" y="0"/>
                    </a:lnTo>
                    <a:cubicBezTo>
                      <a:pt x="1303928" y="0"/>
                      <a:pt x="1332118" y="11677"/>
                      <a:pt x="1352903" y="32462"/>
                    </a:cubicBezTo>
                    <a:cubicBezTo>
                      <a:pt x="1373686" y="53246"/>
                      <a:pt x="1385363" y="81437"/>
                      <a:pt x="1385363" y="110830"/>
                    </a:cubicBezTo>
                    <a:lnTo>
                      <a:pt x="1385363" y="3586735"/>
                    </a:lnTo>
                    <a:close/>
                  </a:path>
                </a:pathLst>
              </a:custGeom>
              <a:solidFill>
                <a:srgbClr val="CB6CE6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Freeform 46"/>
              <p:cNvSpPr/>
              <p:nvPr/>
            </p:nvSpPr>
            <p:spPr>
              <a:xfrm>
                <a:off x="17311925" y="8600259"/>
                <a:ext cx="1385362" cy="5738210"/>
              </a:xfrm>
              <a:custGeom>
                <a:avLst/>
                <a:gdLst/>
                <a:ahLst/>
                <a:cxnLst/>
                <a:rect l="l" t="t" r="r" b="b"/>
                <a:pathLst>
                  <a:path w="1385362" h="5738210">
                    <a:moveTo>
                      <a:pt x="0" y="5738210"/>
                    </a:moveTo>
                    <a:lnTo>
                      <a:pt x="0" y="110829"/>
                    </a:lnTo>
                    <a:cubicBezTo>
                      <a:pt x="0" y="49619"/>
                      <a:pt x="49620" y="0"/>
                      <a:pt x="110829" y="0"/>
                    </a:cubicBezTo>
                    <a:lnTo>
                      <a:pt x="1274533" y="0"/>
                    </a:lnTo>
                    <a:cubicBezTo>
                      <a:pt x="1335741" y="0"/>
                      <a:pt x="1385362" y="49619"/>
                      <a:pt x="1385362" y="110829"/>
                    </a:cubicBezTo>
                    <a:lnTo>
                      <a:pt x="1385362" y="5738210"/>
                    </a:lnTo>
                    <a:close/>
                  </a:path>
                </a:pathLst>
              </a:custGeom>
              <a:solidFill>
                <a:srgbClr val="CB6CE6"/>
              </a:solidFill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47" name="AutoShape 47"/>
          <p:cNvSpPr/>
          <p:nvPr/>
        </p:nvSpPr>
        <p:spPr>
          <a:xfrm>
            <a:off x="892536" y="28084171"/>
            <a:ext cx="19597473" cy="0"/>
          </a:xfrm>
          <a:prstGeom prst="line">
            <a:avLst/>
          </a:prstGeom>
          <a:ln w="28575" cap="rnd">
            <a:solidFill>
              <a:srgbClr val="403B3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8" name="AutoShape 48"/>
          <p:cNvSpPr/>
          <p:nvPr/>
        </p:nvSpPr>
        <p:spPr>
          <a:xfrm rot="5400000">
            <a:off x="4965550" y="19895880"/>
            <a:ext cx="5359233" cy="0"/>
          </a:xfrm>
          <a:prstGeom prst="line">
            <a:avLst/>
          </a:prstGeom>
          <a:ln w="28575" cap="flat">
            <a:solidFill>
              <a:srgbClr val="403B3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9" name="AutoShape 49"/>
          <p:cNvSpPr/>
          <p:nvPr/>
        </p:nvSpPr>
        <p:spPr>
          <a:xfrm rot="5400000">
            <a:off x="12040289" y="20006695"/>
            <a:ext cx="5031692" cy="0"/>
          </a:xfrm>
          <a:prstGeom prst="line">
            <a:avLst/>
          </a:prstGeom>
          <a:ln w="28575" cap="flat">
            <a:solidFill>
              <a:srgbClr val="403B3B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50" name="Group 50"/>
          <p:cNvGrpSpPr/>
          <p:nvPr/>
        </p:nvGrpSpPr>
        <p:grpSpPr>
          <a:xfrm>
            <a:off x="892536" y="6521060"/>
            <a:ext cx="9382367" cy="591596"/>
            <a:chOff x="0" y="0"/>
            <a:chExt cx="12509823" cy="788795"/>
          </a:xfrm>
        </p:grpSpPr>
        <p:sp>
          <p:nvSpPr>
            <p:cNvPr id="51" name="AutoShape 51"/>
            <p:cNvSpPr/>
            <p:nvPr/>
          </p:nvSpPr>
          <p:spPr>
            <a:xfrm>
              <a:off x="0" y="50892"/>
              <a:ext cx="697358" cy="681256"/>
            </a:xfrm>
            <a:prstGeom prst="rect">
              <a:avLst/>
            </a:prstGeom>
            <a:solidFill>
              <a:srgbClr val="403B3B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2" name="TextBox 52"/>
            <p:cNvSpPr txBox="1"/>
            <p:nvPr/>
          </p:nvSpPr>
          <p:spPr>
            <a:xfrm>
              <a:off x="65852" y="139911"/>
              <a:ext cx="565653" cy="4651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45"/>
                </a:lnSpc>
                <a:spcBef>
                  <a:spcPct val="0"/>
                </a:spcBef>
              </a:pPr>
              <a:r>
                <a:rPr lang="en-US" sz="2175">
                  <a:solidFill>
                    <a:srgbClr val="FFFFFF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1</a:t>
              </a:r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1090129" y="-76200"/>
              <a:ext cx="11419694" cy="8649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5456"/>
                </a:lnSpc>
                <a:spcBef>
                  <a:spcPct val="0"/>
                </a:spcBef>
              </a:pPr>
              <a:r>
                <a:rPr lang="en-US" sz="3897">
                  <a:solidFill>
                    <a:srgbClr val="403B3B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Heading 1</a:t>
              </a:r>
            </a:p>
          </p:txBody>
        </p:sp>
      </p:grpSp>
      <p:pic>
        <p:nvPicPr>
          <p:cNvPr id="54" name="Picture 54"/>
          <p:cNvPicPr>
            <a:picLocks noChangeAspect="1"/>
          </p:cNvPicPr>
          <p:nvPr/>
        </p:nvPicPr>
        <p:blipFill>
          <a:blip r:embed="rId2"/>
          <a:srcRect l="7408" t="13870" r="7534" b="10690"/>
          <a:stretch>
            <a:fillRect/>
          </a:stretch>
        </p:blipFill>
        <p:spPr>
          <a:xfrm>
            <a:off x="16952913" y="28281115"/>
            <a:ext cx="3631438" cy="1815719"/>
          </a:xfrm>
          <a:prstGeom prst="rect">
            <a:avLst/>
          </a:prstGeom>
        </p:spPr>
      </p:pic>
      <p:pic>
        <p:nvPicPr>
          <p:cNvPr id="55" name="Picture 5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3199223" y="28658201"/>
            <a:ext cx="3437388" cy="1061546"/>
          </a:xfrm>
          <a:prstGeom prst="rect">
            <a:avLst/>
          </a:prstGeom>
        </p:spPr>
      </p:pic>
      <p:sp>
        <p:nvSpPr>
          <p:cNvPr id="56" name="TextBox 56"/>
          <p:cNvSpPr txBox="1"/>
          <p:nvPr/>
        </p:nvSpPr>
        <p:spPr>
          <a:xfrm>
            <a:off x="9023763" y="28760349"/>
            <a:ext cx="3335020" cy="847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343"/>
              </a:lnSpc>
            </a:pPr>
            <a:r>
              <a:rPr lang="en-US" sz="2786">
                <a:solidFill>
                  <a:srgbClr val="5E17E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insert IWSP company logo here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892536" y="1093866"/>
            <a:ext cx="12799045" cy="1326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9986"/>
              </a:lnSpc>
            </a:pPr>
            <a:r>
              <a:rPr lang="en-US" sz="9986" spc="-399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Poster Title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892536" y="3079836"/>
            <a:ext cx="11218912" cy="16118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249"/>
              </a:lnSpc>
            </a:pPr>
            <a:r>
              <a:rPr lang="en-US" sz="2499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Concise summary about content of poster, highlighting key work / results / learning</a:t>
            </a:r>
          </a:p>
          <a:p>
            <a:pPr>
              <a:lnSpc>
                <a:spcPts val="3249"/>
              </a:lnSpc>
            </a:pPr>
            <a:r>
              <a:rPr lang="en-US" sz="2499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Please ensure information is cleared by the company before presenting here</a:t>
            </a:r>
          </a:p>
          <a:p>
            <a:pPr marL="0" lvl="1" indent="0" algn="l">
              <a:lnSpc>
                <a:spcPts val="3249"/>
              </a:lnSpc>
            </a:pPr>
            <a:endParaRPr lang="en-US" sz="2499" dirty="0">
              <a:solidFill>
                <a:srgbClr val="403B3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0" name="TextBox 60"/>
          <p:cNvSpPr txBox="1"/>
          <p:nvPr/>
        </p:nvSpPr>
        <p:spPr>
          <a:xfrm>
            <a:off x="15423937" y="773607"/>
            <a:ext cx="5347342" cy="1225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982"/>
              </a:lnSpc>
            </a:pPr>
            <a:r>
              <a:rPr lang="en-US" sz="3559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STUDENT NAME</a:t>
            </a:r>
          </a:p>
          <a:p>
            <a:pPr>
              <a:lnSpc>
                <a:spcPts val="4982"/>
              </a:lnSpc>
            </a:pPr>
            <a:endParaRPr lang="en-US" sz="3559" dirty="0">
              <a:solidFill>
                <a:srgbClr val="403B3B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TextBox 61"/>
          <p:cNvSpPr txBox="1"/>
          <p:nvPr/>
        </p:nvSpPr>
        <p:spPr>
          <a:xfrm>
            <a:off x="892536" y="28704584"/>
            <a:ext cx="6690165" cy="911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4142"/>
              </a:lnSpc>
            </a:pPr>
            <a:r>
              <a:rPr lang="en-US" sz="2959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BEng Mechanical Engineering</a:t>
            </a:r>
          </a:p>
          <a:p>
            <a:pPr marL="0" lvl="0" indent="0" algn="l">
              <a:lnSpc>
                <a:spcPts val="3162"/>
              </a:lnSpc>
              <a:spcBef>
                <a:spcPct val="0"/>
              </a:spcBef>
            </a:pPr>
            <a:r>
              <a:rPr lang="en-US" sz="2259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MEC3171B IWSP AY2</a:t>
            </a:r>
            <a:r>
              <a:rPr lang="en-US" sz="2259" dirty="0">
                <a:solidFill>
                  <a:srgbClr val="403B3B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r>
              <a:rPr lang="en-US" sz="2259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/2</a:t>
            </a:r>
            <a:r>
              <a:rPr lang="en-US" sz="2259" dirty="0">
                <a:solidFill>
                  <a:srgbClr val="403B3B"/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5423937" y="3010339"/>
            <a:ext cx="4430227" cy="14991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97"/>
              </a:lnSpc>
            </a:pPr>
            <a:r>
              <a:rPr lang="en-US" sz="2355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Supervisors:</a:t>
            </a:r>
          </a:p>
          <a:p>
            <a:pPr>
              <a:lnSpc>
                <a:spcPts val="2940"/>
              </a:lnSpc>
            </a:pPr>
            <a:r>
              <a:rPr lang="en-US" sz="21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Supervisor 1</a:t>
            </a:r>
          </a:p>
          <a:p>
            <a:pPr>
              <a:lnSpc>
                <a:spcPts val="2940"/>
              </a:lnSpc>
            </a:pPr>
            <a:r>
              <a:rPr lang="en-US" sz="21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Supervisor 2</a:t>
            </a:r>
          </a:p>
          <a:p>
            <a:pPr marL="0" lvl="0" indent="0" algn="l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Supervisor 3...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1710133" y="22224239"/>
            <a:ext cx="5053892" cy="55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1"/>
              </a:lnSpc>
            </a:pPr>
            <a:r>
              <a:rPr lang="en-US" sz="1572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graphics to show visualization of your data's analysis.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8637690" y="22224239"/>
            <a:ext cx="5053892" cy="55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1"/>
              </a:lnSpc>
            </a:pPr>
            <a:r>
              <a:rPr lang="en-US" sz="1572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graphics to show visualization of your data's analysis.</a:t>
            </a:r>
          </a:p>
        </p:txBody>
      </p:sp>
      <p:sp>
        <p:nvSpPr>
          <p:cNvPr id="66" name="TextBox 66"/>
          <p:cNvSpPr txBox="1"/>
          <p:nvPr/>
        </p:nvSpPr>
        <p:spPr>
          <a:xfrm>
            <a:off x="15436117" y="22224239"/>
            <a:ext cx="5053892" cy="55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1"/>
              </a:lnSpc>
            </a:pPr>
            <a:r>
              <a:rPr lang="en-US" sz="1572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graphics to show visualization of your data's analysis.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15436117" y="1914035"/>
            <a:ext cx="4430227" cy="8037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97"/>
              </a:lnSpc>
            </a:pPr>
            <a:r>
              <a:rPr lang="en-US" sz="2355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IWSP Job Title</a:t>
            </a:r>
          </a:p>
          <a:p>
            <a:pPr marL="0" lvl="0" indent="0" algn="l">
              <a:lnSpc>
                <a:spcPts val="3297"/>
              </a:lnSpc>
              <a:spcBef>
                <a:spcPct val="0"/>
              </a:spcBef>
            </a:pPr>
            <a:r>
              <a:rPr lang="en-US" sz="2355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Company Name</a:t>
            </a:r>
          </a:p>
        </p:txBody>
      </p:sp>
      <p:sp>
        <p:nvSpPr>
          <p:cNvPr id="68" name="TextBox 58">
            <a:extLst>
              <a:ext uri="{FF2B5EF4-FFF2-40B4-BE49-F238E27FC236}">
                <a16:creationId xmlns:a16="http://schemas.microsoft.com/office/drawing/2014/main" id="{E24CF647-EB9F-41C6-B291-1E7E2B6560E8}"/>
              </a:ext>
            </a:extLst>
          </p:cNvPr>
          <p:cNvSpPr txBox="1"/>
          <p:nvPr/>
        </p:nvSpPr>
        <p:spPr>
          <a:xfrm>
            <a:off x="1154045" y="8073753"/>
            <a:ext cx="13722612" cy="382399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>
              <a:lnSpc>
                <a:spcPts val="2999"/>
              </a:lnSpc>
              <a:buAutoNum type="arabicPeriod"/>
            </a:pPr>
            <a:r>
              <a:rPr lang="en-US" sz="2400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Have a clear, central message</a:t>
            </a:r>
          </a:p>
          <a:p>
            <a:pPr marL="457200" indent="-457200">
              <a:lnSpc>
                <a:spcPts val="2999"/>
              </a:lnSpc>
              <a:buAutoNum type="arabicPeriod"/>
            </a:pPr>
            <a:r>
              <a:rPr lang="en-US" sz="2400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Show a logical, sequential flow of information</a:t>
            </a:r>
          </a:p>
          <a:p>
            <a:pPr marL="457200" indent="-457200">
              <a:lnSpc>
                <a:spcPts val="2999"/>
              </a:lnSpc>
              <a:buAutoNum type="arabicPeriod"/>
            </a:pPr>
            <a:r>
              <a:rPr lang="en-US" sz="2400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Present well focused ideas using minimal written text</a:t>
            </a:r>
          </a:p>
          <a:p>
            <a:pPr marL="457200" indent="-457200">
              <a:lnSpc>
                <a:spcPts val="2999"/>
              </a:lnSpc>
              <a:buAutoNum type="arabicPeriod"/>
            </a:pPr>
            <a:r>
              <a:rPr lang="en-US" sz="2400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 clear and appropriate headings and subheadings</a:t>
            </a:r>
          </a:p>
          <a:p>
            <a:pPr marL="457200" indent="-457200">
              <a:lnSpc>
                <a:spcPts val="2999"/>
              </a:lnSpc>
              <a:buAutoNum type="arabicPeriod"/>
            </a:pPr>
            <a:r>
              <a:rPr lang="en-US" sz="2400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Have written text with easily visible font sizes (minimum of 24)</a:t>
            </a:r>
          </a:p>
          <a:p>
            <a:pPr marL="457200" indent="-457200">
              <a:lnSpc>
                <a:spcPts val="2999"/>
              </a:lnSpc>
              <a:buAutoNum type="arabicPeriod"/>
            </a:pPr>
            <a:r>
              <a:rPr lang="en-US" sz="2400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 clear graphics, visible from about 2-3 feet away with </a:t>
            </a:r>
            <a:r>
              <a:rPr lang="en-US" sz="2400" dirty="0" err="1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colour</a:t>
            </a:r>
            <a:r>
              <a:rPr lang="en-US" sz="2400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combinations that blends</a:t>
            </a:r>
          </a:p>
          <a:p>
            <a:pPr marL="457200" indent="-457200">
              <a:lnSpc>
                <a:spcPts val="2999"/>
              </a:lnSpc>
              <a:buAutoNum type="arabicPeriod"/>
            </a:pPr>
            <a:r>
              <a:rPr lang="en-US" sz="2400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 relevant, appropriately positioned graphs and tables</a:t>
            </a:r>
          </a:p>
          <a:p>
            <a:pPr marL="457200" indent="-457200">
              <a:lnSpc>
                <a:spcPts val="2999"/>
              </a:lnSpc>
              <a:buAutoNum type="arabicPeriod"/>
            </a:pPr>
            <a:r>
              <a:rPr lang="en-US" sz="2400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Includes data visualization / info-graphics</a:t>
            </a:r>
          </a:p>
          <a:p>
            <a:pPr marL="457200" indent="-457200">
              <a:lnSpc>
                <a:spcPts val="2999"/>
              </a:lnSpc>
              <a:buAutoNum type="arabicPeriod"/>
            </a:pPr>
            <a:r>
              <a:rPr lang="en-US" sz="2400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 relevant high-resolution photographic images</a:t>
            </a:r>
          </a:p>
          <a:p>
            <a:pPr marL="457200" indent="-457200">
              <a:lnSpc>
                <a:spcPts val="2999"/>
              </a:lnSpc>
              <a:buAutoNum type="arabicPeriod"/>
            </a:pPr>
            <a:r>
              <a:rPr lang="en-US" sz="2400" dirty="0">
                <a:solidFill>
                  <a:srgbClr val="403B3B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Include relevant reference information </a:t>
            </a:r>
          </a:p>
        </p:txBody>
      </p:sp>
      <p:sp>
        <p:nvSpPr>
          <p:cNvPr id="69" name="TextBox 67">
            <a:extLst>
              <a:ext uri="{FF2B5EF4-FFF2-40B4-BE49-F238E27FC236}">
                <a16:creationId xmlns:a16="http://schemas.microsoft.com/office/drawing/2014/main" id="{EF4B6C7B-55E2-476F-BA58-C00A40A571A3}"/>
              </a:ext>
            </a:extLst>
          </p:cNvPr>
          <p:cNvSpPr txBox="1"/>
          <p:nvPr/>
        </p:nvSpPr>
        <p:spPr>
          <a:xfrm>
            <a:off x="15460708" y="1367357"/>
            <a:ext cx="4430227" cy="386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297"/>
              </a:lnSpc>
            </a:pPr>
            <a:r>
              <a:rPr lang="en-US" sz="2355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ID: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198</Words>
  <Application>Microsoft Office PowerPoint</Application>
  <PresentationFormat>Custom</PresentationFormat>
  <Paragraphs>46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Calibri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IWSP Poster</dc:title>
  <cp:lastModifiedBy>Steven Tay Nguan Hwee</cp:lastModifiedBy>
  <cp:revision>5</cp:revision>
  <dcterms:created xsi:type="dcterms:W3CDTF">2006-08-16T00:00:00Z</dcterms:created>
  <dcterms:modified xsi:type="dcterms:W3CDTF">2026-04-13T06:18:40Z</dcterms:modified>
  <dc:identifier>DAEnOoNX58U</dc:identifie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ef8e180-8f22-4ead-b44a-2d560df875da_Enabled">
    <vt:lpwstr>true</vt:lpwstr>
  </property>
  <property fmtid="{D5CDD505-2E9C-101B-9397-08002B2CF9AE}" pid="3" name="MSIP_Label_3ef8e180-8f22-4ead-b44a-2d560df875da_SetDate">
    <vt:lpwstr>2021-08-24T04:45:29Z</vt:lpwstr>
  </property>
  <property fmtid="{D5CDD505-2E9C-101B-9397-08002B2CF9AE}" pid="4" name="MSIP_Label_3ef8e180-8f22-4ead-b44a-2d560df875da_Method">
    <vt:lpwstr>Privileged</vt:lpwstr>
  </property>
  <property fmtid="{D5CDD505-2E9C-101B-9397-08002B2CF9AE}" pid="5" name="MSIP_Label_3ef8e180-8f22-4ead-b44a-2d560df875da_Name">
    <vt:lpwstr>Public</vt:lpwstr>
  </property>
  <property fmtid="{D5CDD505-2E9C-101B-9397-08002B2CF9AE}" pid="6" name="MSIP_Label_3ef8e180-8f22-4ead-b44a-2d560df875da_SiteId">
    <vt:lpwstr>64991f7f-44d6-4d8c-9cd4-7862e8cb94c6</vt:lpwstr>
  </property>
  <property fmtid="{D5CDD505-2E9C-101B-9397-08002B2CF9AE}" pid="7" name="MSIP_Label_3ef8e180-8f22-4ead-b44a-2d560df875da_ActionId">
    <vt:lpwstr>0d8f73f5-433f-4cba-96a0-b2d1bb4e6a33</vt:lpwstr>
  </property>
  <property fmtid="{D5CDD505-2E9C-101B-9397-08002B2CF9AE}" pid="8" name="MSIP_Label_3ef8e180-8f22-4ead-b44a-2d560df875da_ContentBits">
    <vt:lpwstr>0</vt:lpwstr>
  </property>
</Properties>
</file>